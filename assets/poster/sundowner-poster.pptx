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21384000" cx="15120000"/>
  <p:notesSz cx="6858000" cy="9144000"/>
  <p:embeddedFontLst>
    <p:embeddedFont>
      <p:font typeface="Jost"/>
      <p:regular r:id="rId7"/>
      <p:bold r:id="rId8"/>
      <p:italic r:id="rId9"/>
      <p:boldItalic r:id="rId10"/>
    </p:embeddedFont>
    <p:embeddedFont>
      <p:font typeface="Jost Medium"/>
      <p:regular r:id="rId11"/>
      <p:bold r:id="rId12"/>
      <p:italic r:id="rId13"/>
      <p:boldItalic r:id="rId14"/>
    </p:embeddedFont>
    <p:embeddedFont>
      <p:font typeface="Jost SemiBold"/>
      <p:regular r:id="rId15"/>
      <p:bold r:id="rId16"/>
      <p:italic r:id="rId17"/>
      <p:boldItalic r:id="rId18"/>
    </p:embeddedFont>
    <p:embeddedFont>
      <p:font typeface="Kalam"/>
      <p:regular r:id="rId19"/>
      <p:bold r:id="rId20"/>
    </p:embeddedFont>
    <p:embeddedFont>
      <p:font typeface="Asap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735">
          <p15:clr>
            <a:srgbClr val="747775"/>
          </p15:clr>
        </p15:guide>
        <p15:guide id="2" pos="476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735" orient="horz"/>
        <p:guide pos="476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Kalam-bold.fntdata"/><Relationship Id="rId22" Type="http://schemas.openxmlformats.org/officeDocument/2006/relationships/font" Target="fonts/Asap-bold.fntdata"/><Relationship Id="rId21" Type="http://schemas.openxmlformats.org/officeDocument/2006/relationships/font" Target="fonts/Asap-regular.fntdata"/><Relationship Id="rId24" Type="http://schemas.openxmlformats.org/officeDocument/2006/relationships/font" Target="fonts/Asap-boldItalic.fntdata"/><Relationship Id="rId23" Type="http://schemas.openxmlformats.org/officeDocument/2006/relationships/font" Target="fonts/Asap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Jos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Jost-regular.fntdata"/><Relationship Id="rId8" Type="http://schemas.openxmlformats.org/officeDocument/2006/relationships/font" Target="fonts/Jost-bold.fntdata"/><Relationship Id="rId11" Type="http://schemas.openxmlformats.org/officeDocument/2006/relationships/font" Target="fonts/JostMedium-regular.fntdata"/><Relationship Id="rId10" Type="http://schemas.openxmlformats.org/officeDocument/2006/relationships/font" Target="fonts/Jost-boldItalic.fntdata"/><Relationship Id="rId13" Type="http://schemas.openxmlformats.org/officeDocument/2006/relationships/font" Target="fonts/JostMedium-italic.fntdata"/><Relationship Id="rId12" Type="http://schemas.openxmlformats.org/officeDocument/2006/relationships/font" Target="fonts/JostMedium-bold.fntdata"/><Relationship Id="rId15" Type="http://schemas.openxmlformats.org/officeDocument/2006/relationships/font" Target="fonts/JostSemiBold-regular.fntdata"/><Relationship Id="rId14" Type="http://schemas.openxmlformats.org/officeDocument/2006/relationships/font" Target="fonts/JostMedium-boldItalic.fntdata"/><Relationship Id="rId17" Type="http://schemas.openxmlformats.org/officeDocument/2006/relationships/font" Target="fonts/JostSemiBold-italic.fntdata"/><Relationship Id="rId16" Type="http://schemas.openxmlformats.org/officeDocument/2006/relationships/font" Target="fonts/JostSemiBold-bold.fntdata"/><Relationship Id="rId19" Type="http://schemas.openxmlformats.org/officeDocument/2006/relationships/font" Target="fonts/Kalam-regular.fntdata"/><Relationship Id="rId18" Type="http://schemas.openxmlformats.org/officeDocument/2006/relationships/font" Target="fonts/JostSemi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b52e46d3c_38_9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b52e46d3c_38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515423" y="3095556"/>
            <a:ext cx="14089200" cy="8533500"/>
          </a:xfrm>
          <a:prstGeom prst="rect">
            <a:avLst/>
          </a:prstGeom>
        </p:spPr>
        <p:txBody>
          <a:bodyPr anchorCtr="0" anchor="b" bIns="227475" lIns="227475" spcFirstLastPara="1" rIns="227475" wrap="square" tIns="227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939"/>
              <a:buNone/>
              <a:defRPr sz="12939"/>
            </a:lvl1pPr>
            <a:lvl2pPr lvl="1" algn="ctr">
              <a:spcBef>
                <a:spcPts val="0"/>
              </a:spcBef>
              <a:spcAft>
                <a:spcPts val="0"/>
              </a:spcAft>
              <a:buSzPts val="12939"/>
              <a:buNone/>
              <a:defRPr sz="12939"/>
            </a:lvl2pPr>
            <a:lvl3pPr lvl="2" algn="ctr">
              <a:spcBef>
                <a:spcPts val="0"/>
              </a:spcBef>
              <a:spcAft>
                <a:spcPts val="0"/>
              </a:spcAft>
              <a:buSzPts val="12939"/>
              <a:buNone/>
              <a:defRPr sz="12939"/>
            </a:lvl3pPr>
            <a:lvl4pPr lvl="3" algn="ctr">
              <a:spcBef>
                <a:spcPts val="0"/>
              </a:spcBef>
              <a:spcAft>
                <a:spcPts val="0"/>
              </a:spcAft>
              <a:buSzPts val="12939"/>
              <a:buNone/>
              <a:defRPr sz="12939"/>
            </a:lvl4pPr>
            <a:lvl5pPr lvl="4" algn="ctr">
              <a:spcBef>
                <a:spcPts val="0"/>
              </a:spcBef>
              <a:spcAft>
                <a:spcPts val="0"/>
              </a:spcAft>
              <a:buSzPts val="12939"/>
              <a:buNone/>
              <a:defRPr sz="12939"/>
            </a:lvl5pPr>
            <a:lvl6pPr lvl="5" algn="ctr">
              <a:spcBef>
                <a:spcPts val="0"/>
              </a:spcBef>
              <a:spcAft>
                <a:spcPts val="0"/>
              </a:spcAft>
              <a:buSzPts val="12939"/>
              <a:buNone/>
              <a:defRPr sz="12939"/>
            </a:lvl6pPr>
            <a:lvl7pPr lvl="6" algn="ctr">
              <a:spcBef>
                <a:spcPts val="0"/>
              </a:spcBef>
              <a:spcAft>
                <a:spcPts val="0"/>
              </a:spcAft>
              <a:buSzPts val="12939"/>
              <a:buNone/>
              <a:defRPr sz="12939"/>
            </a:lvl7pPr>
            <a:lvl8pPr lvl="7" algn="ctr">
              <a:spcBef>
                <a:spcPts val="0"/>
              </a:spcBef>
              <a:spcAft>
                <a:spcPts val="0"/>
              </a:spcAft>
              <a:buSzPts val="12939"/>
              <a:buNone/>
              <a:defRPr sz="12939"/>
            </a:lvl8pPr>
            <a:lvl9pPr lvl="8" algn="ctr">
              <a:spcBef>
                <a:spcPts val="0"/>
              </a:spcBef>
              <a:spcAft>
                <a:spcPts val="0"/>
              </a:spcAft>
              <a:buSzPts val="12939"/>
              <a:buNone/>
              <a:defRPr sz="12939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515409" y="11782819"/>
            <a:ext cx="14089200" cy="3295200"/>
          </a:xfrm>
          <a:prstGeom prst="rect">
            <a:avLst/>
          </a:prstGeom>
        </p:spPr>
        <p:txBody>
          <a:bodyPr anchorCtr="0" anchor="t" bIns="227475" lIns="227475" spcFirstLastPara="1" rIns="227475" wrap="square" tIns="227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4009576" y="19387232"/>
            <a:ext cx="907200" cy="1636500"/>
          </a:xfrm>
          <a:prstGeom prst="rect">
            <a:avLst/>
          </a:prstGeom>
        </p:spPr>
        <p:txBody>
          <a:bodyPr anchorCtr="0" anchor="ctr" bIns="227475" lIns="227475" spcFirstLastPara="1" rIns="227475" wrap="square" tIns="227475">
            <a:normAutofit/>
          </a:bodyPr>
          <a:lstStyle>
            <a:lvl1pPr lvl="0">
              <a:buNone/>
              <a:defRPr sz="2488"/>
            </a:lvl1pPr>
            <a:lvl2pPr lvl="1">
              <a:buNone/>
              <a:defRPr sz="2488"/>
            </a:lvl2pPr>
            <a:lvl3pPr lvl="2">
              <a:buNone/>
              <a:defRPr sz="2488"/>
            </a:lvl3pPr>
            <a:lvl4pPr lvl="3">
              <a:buNone/>
              <a:defRPr sz="2488"/>
            </a:lvl4pPr>
            <a:lvl5pPr lvl="4">
              <a:buNone/>
              <a:defRPr sz="2488"/>
            </a:lvl5pPr>
            <a:lvl6pPr lvl="5">
              <a:buNone/>
              <a:defRPr sz="2488"/>
            </a:lvl6pPr>
            <a:lvl7pPr lvl="6">
              <a:buNone/>
              <a:defRPr sz="2488"/>
            </a:lvl7pPr>
            <a:lvl8pPr lvl="7">
              <a:buNone/>
              <a:defRPr sz="2488"/>
            </a:lvl8pPr>
            <a:lvl9pPr lvl="8">
              <a:buNone/>
              <a:defRPr sz="248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15409" y="8942117"/>
            <a:ext cx="14089200" cy="3499800"/>
          </a:xfrm>
          <a:prstGeom prst="rect">
            <a:avLst/>
          </a:prstGeom>
        </p:spPr>
        <p:txBody>
          <a:bodyPr anchorCtr="0" anchor="ctr" bIns="227475" lIns="227475" spcFirstLastPara="1" rIns="227475" wrap="square" tIns="227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957"/>
              <a:buNone/>
              <a:defRPr sz="8957"/>
            </a:lvl1pPr>
            <a:lvl2pPr lvl="1" algn="ctr">
              <a:spcBef>
                <a:spcPts val="0"/>
              </a:spcBef>
              <a:spcAft>
                <a:spcPts val="0"/>
              </a:spcAft>
              <a:buSzPts val="8957"/>
              <a:buNone/>
              <a:defRPr sz="8957"/>
            </a:lvl2pPr>
            <a:lvl3pPr lvl="2" algn="ctr">
              <a:spcBef>
                <a:spcPts val="0"/>
              </a:spcBef>
              <a:spcAft>
                <a:spcPts val="0"/>
              </a:spcAft>
              <a:buSzPts val="8957"/>
              <a:buNone/>
              <a:defRPr sz="8957"/>
            </a:lvl3pPr>
            <a:lvl4pPr lvl="3" algn="ctr">
              <a:spcBef>
                <a:spcPts val="0"/>
              </a:spcBef>
              <a:spcAft>
                <a:spcPts val="0"/>
              </a:spcAft>
              <a:buSzPts val="8957"/>
              <a:buNone/>
              <a:defRPr sz="8957"/>
            </a:lvl4pPr>
            <a:lvl5pPr lvl="4" algn="ctr">
              <a:spcBef>
                <a:spcPts val="0"/>
              </a:spcBef>
              <a:spcAft>
                <a:spcPts val="0"/>
              </a:spcAft>
              <a:buSzPts val="8957"/>
              <a:buNone/>
              <a:defRPr sz="8957"/>
            </a:lvl5pPr>
            <a:lvl6pPr lvl="5" algn="ctr">
              <a:spcBef>
                <a:spcPts val="0"/>
              </a:spcBef>
              <a:spcAft>
                <a:spcPts val="0"/>
              </a:spcAft>
              <a:buSzPts val="8957"/>
              <a:buNone/>
              <a:defRPr sz="8957"/>
            </a:lvl6pPr>
            <a:lvl7pPr lvl="6" algn="ctr">
              <a:spcBef>
                <a:spcPts val="0"/>
              </a:spcBef>
              <a:spcAft>
                <a:spcPts val="0"/>
              </a:spcAft>
              <a:buSzPts val="8957"/>
              <a:buNone/>
              <a:defRPr sz="8957"/>
            </a:lvl7pPr>
            <a:lvl8pPr lvl="7" algn="ctr">
              <a:spcBef>
                <a:spcPts val="0"/>
              </a:spcBef>
              <a:spcAft>
                <a:spcPts val="0"/>
              </a:spcAft>
              <a:buSzPts val="8957"/>
              <a:buNone/>
              <a:defRPr sz="8957"/>
            </a:lvl8pPr>
            <a:lvl9pPr lvl="8" algn="ctr">
              <a:spcBef>
                <a:spcPts val="0"/>
              </a:spcBef>
              <a:spcAft>
                <a:spcPts val="0"/>
              </a:spcAft>
              <a:buSzPts val="8957"/>
              <a:buNone/>
              <a:defRPr sz="8957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4009576" y="19387232"/>
            <a:ext cx="907200" cy="1636500"/>
          </a:xfrm>
          <a:prstGeom prst="rect">
            <a:avLst/>
          </a:prstGeom>
        </p:spPr>
        <p:txBody>
          <a:bodyPr anchorCtr="0" anchor="ctr" bIns="227475" lIns="227475" spcFirstLastPara="1" rIns="227475" wrap="square" tIns="227475">
            <a:normAutofit/>
          </a:bodyPr>
          <a:lstStyle>
            <a:lvl1pPr lvl="0">
              <a:buNone/>
              <a:defRPr sz="2488"/>
            </a:lvl1pPr>
            <a:lvl2pPr lvl="1">
              <a:buNone/>
              <a:defRPr sz="2488"/>
            </a:lvl2pPr>
            <a:lvl3pPr lvl="2">
              <a:buNone/>
              <a:defRPr sz="2488"/>
            </a:lvl3pPr>
            <a:lvl4pPr lvl="3">
              <a:buNone/>
              <a:defRPr sz="2488"/>
            </a:lvl4pPr>
            <a:lvl5pPr lvl="4">
              <a:buNone/>
              <a:defRPr sz="2488"/>
            </a:lvl5pPr>
            <a:lvl6pPr lvl="5">
              <a:buNone/>
              <a:defRPr sz="2488"/>
            </a:lvl6pPr>
            <a:lvl7pPr lvl="6">
              <a:buNone/>
              <a:defRPr sz="2488"/>
            </a:lvl7pPr>
            <a:lvl8pPr lvl="7">
              <a:buNone/>
              <a:defRPr sz="2488"/>
            </a:lvl8pPr>
            <a:lvl9pPr lvl="8">
              <a:buNone/>
              <a:defRPr sz="248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515409" y="1850183"/>
            <a:ext cx="14089200" cy="2381100"/>
          </a:xfrm>
          <a:prstGeom prst="rect">
            <a:avLst/>
          </a:prstGeom>
        </p:spPr>
        <p:txBody>
          <a:bodyPr anchorCtr="0" anchor="t" bIns="227475" lIns="227475" spcFirstLastPara="1" rIns="227475" wrap="square" tIns="227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1pPr>
            <a:lvl2pPr lvl="1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2pPr>
            <a:lvl3pPr lvl="2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3pPr>
            <a:lvl4pPr lvl="3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4pPr>
            <a:lvl5pPr lvl="4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5pPr>
            <a:lvl6pPr lvl="5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6pPr>
            <a:lvl7pPr lvl="6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7pPr>
            <a:lvl8pPr lvl="7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8pPr>
            <a:lvl9pPr lvl="8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515409" y="4791392"/>
            <a:ext cx="14089200" cy="14203500"/>
          </a:xfrm>
          <a:prstGeom prst="rect">
            <a:avLst/>
          </a:prstGeom>
        </p:spPr>
        <p:txBody>
          <a:bodyPr anchorCtr="0" anchor="t" bIns="227475" lIns="227475" spcFirstLastPara="1" rIns="227475" wrap="square" tIns="227475">
            <a:normAutofit/>
          </a:bodyPr>
          <a:lstStyle>
            <a:lvl1pPr indent="-513000" lvl="0" marL="457200">
              <a:spcBef>
                <a:spcPts val="0"/>
              </a:spcBef>
              <a:spcAft>
                <a:spcPts val="0"/>
              </a:spcAft>
              <a:buSzPts val="4479"/>
              <a:buChar char="●"/>
              <a:defRPr sz="4479"/>
            </a:lvl1pPr>
            <a:lvl2pPr indent="-449800" lvl="1" marL="914400">
              <a:spcBef>
                <a:spcPts val="0"/>
              </a:spcBef>
              <a:spcAft>
                <a:spcPts val="0"/>
              </a:spcAft>
              <a:buSzPts val="3483"/>
              <a:buChar char="○"/>
              <a:defRPr sz="3483"/>
            </a:lvl2pPr>
            <a:lvl3pPr indent="-449800" lvl="2" marL="1371600">
              <a:spcBef>
                <a:spcPts val="0"/>
              </a:spcBef>
              <a:spcAft>
                <a:spcPts val="0"/>
              </a:spcAft>
              <a:buSzPts val="3483"/>
              <a:buChar char="■"/>
              <a:defRPr sz="3483"/>
            </a:lvl3pPr>
            <a:lvl4pPr indent="-449800" lvl="3" marL="1828800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4pPr>
            <a:lvl5pPr indent="-449800" lvl="4" marL="2286000">
              <a:spcBef>
                <a:spcPts val="0"/>
              </a:spcBef>
              <a:spcAft>
                <a:spcPts val="0"/>
              </a:spcAft>
              <a:buSzPts val="3483"/>
              <a:buChar char="○"/>
              <a:defRPr sz="3483"/>
            </a:lvl5pPr>
            <a:lvl6pPr indent="-449800" lvl="5" marL="2743200">
              <a:spcBef>
                <a:spcPts val="0"/>
              </a:spcBef>
              <a:spcAft>
                <a:spcPts val="0"/>
              </a:spcAft>
              <a:buSzPts val="3483"/>
              <a:buChar char="■"/>
              <a:defRPr sz="3483"/>
            </a:lvl6pPr>
            <a:lvl7pPr indent="-449800" lvl="6" marL="3200400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7pPr>
            <a:lvl8pPr indent="-449800" lvl="7" marL="3657600">
              <a:spcBef>
                <a:spcPts val="0"/>
              </a:spcBef>
              <a:spcAft>
                <a:spcPts val="0"/>
              </a:spcAft>
              <a:buSzPts val="3483"/>
              <a:buChar char="○"/>
              <a:defRPr sz="3483"/>
            </a:lvl8pPr>
            <a:lvl9pPr indent="-449800" lvl="8" marL="4114800">
              <a:spcBef>
                <a:spcPts val="0"/>
              </a:spcBef>
              <a:spcAft>
                <a:spcPts val="0"/>
              </a:spcAft>
              <a:buSzPts val="3483"/>
              <a:buChar char="■"/>
              <a:defRPr sz="3483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4009576" y="19387232"/>
            <a:ext cx="907200" cy="1636500"/>
          </a:xfrm>
          <a:prstGeom prst="rect">
            <a:avLst/>
          </a:prstGeom>
        </p:spPr>
        <p:txBody>
          <a:bodyPr anchorCtr="0" anchor="ctr" bIns="227475" lIns="227475" spcFirstLastPara="1" rIns="227475" wrap="square" tIns="227475">
            <a:normAutofit/>
          </a:bodyPr>
          <a:lstStyle>
            <a:lvl1pPr lvl="0">
              <a:buNone/>
              <a:defRPr sz="2488"/>
            </a:lvl1pPr>
            <a:lvl2pPr lvl="1">
              <a:buNone/>
              <a:defRPr sz="2488"/>
            </a:lvl2pPr>
            <a:lvl3pPr lvl="2">
              <a:buNone/>
              <a:defRPr sz="2488"/>
            </a:lvl3pPr>
            <a:lvl4pPr lvl="3">
              <a:buNone/>
              <a:defRPr sz="2488"/>
            </a:lvl4pPr>
            <a:lvl5pPr lvl="4">
              <a:buNone/>
              <a:defRPr sz="2488"/>
            </a:lvl5pPr>
            <a:lvl6pPr lvl="5">
              <a:buNone/>
              <a:defRPr sz="2488"/>
            </a:lvl6pPr>
            <a:lvl7pPr lvl="6">
              <a:buNone/>
              <a:defRPr sz="2488"/>
            </a:lvl7pPr>
            <a:lvl8pPr lvl="7">
              <a:buNone/>
              <a:defRPr sz="2488"/>
            </a:lvl8pPr>
            <a:lvl9pPr lvl="8">
              <a:buNone/>
              <a:defRPr sz="248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515409" y="1850183"/>
            <a:ext cx="14089200" cy="2381100"/>
          </a:xfrm>
          <a:prstGeom prst="rect">
            <a:avLst/>
          </a:prstGeom>
        </p:spPr>
        <p:txBody>
          <a:bodyPr anchorCtr="0" anchor="t" bIns="227475" lIns="227475" spcFirstLastPara="1" rIns="227475" wrap="square" tIns="227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1pPr>
            <a:lvl2pPr lvl="1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2pPr>
            <a:lvl3pPr lvl="2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3pPr>
            <a:lvl4pPr lvl="3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4pPr>
            <a:lvl5pPr lvl="4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5pPr>
            <a:lvl6pPr lvl="5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6pPr>
            <a:lvl7pPr lvl="6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7pPr>
            <a:lvl8pPr lvl="7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8pPr>
            <a:lvl9pPr lvl="8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515409" y="4791392"/>
            <a:ext cx="6614100" cy="14203500"/>
          </a:xfrm>
          <a:prstGeom prst="rect">
            <a:avLst/>
          </a:prstGeom>
        </p:spPr>
        <p:txBody>
          <a:bodyPr anchorCtr="0" anchor="t" bIns="227475" lIns="227475" spcFirstLastPara="1" rIns="227475" wrap="square" tIns="227475">
            <a:normAutofit/>
          </a:bodyPr>
          <a:lstStyle>
            <a:lvl1pPr indent="-449800" lvl="0" marL="457200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indent="-418200" lvl="1" marL="914400">
              <a:spcBef>
                <a:spcPts val="0"/>
              </a:spcBef>
              <a:spcAft>
                <a:spcPts val="0"/>
              </a:spcAft>
              <a:buSzPts val="2986"/>
              <a:buChar char="○"/>
              <a:defRPr sz="2986"/>
            </a:lvl2pPr>
            <a:lvl3pPr indent="-418200" lvl="2" marL="1371600">
              <a:spcBef>
                <a:spcPts val="0"/>
              </a:spcBef>
              <a:spcAft>
                <a:spcPts val="0"/>
              </a:spcAft>
              <a:buSzPts val="2986"/>
              <a:buChar char="■"/>
              <a:defRPr sz="2986"/>
            </a:lvl3pPr>
            <a:lvl4pPr indent="-418200" lvl="3" marL="1828800">
              <a:spcBef>
                <a:spcPts val="0"/>
              </a:spcBef>
              <a:spcAft>
                <a:spcPts val="0"/>
              </a:spcAft>
              <a:buSzPts val="2986"/>
              <a:buChar char="●"/>
              <a:defRPr sz="2986"/>
            </a:lvl4pPr>
            <a:lvl5pPr indent="-418200" lvl="4" marL="2286000">
              <a:spcBef>
                <a:spcPts val="0"/>
              </a:spcBef>
              <a:spcAft>
                <a:spcPts val="0"/>
              </a:spcAft>
              <a:buSzPts val="2986"/>
              <a:buChar char="○"/>
              <a:defRPr sz="2986"/>
            </a:lvl5pPr>
            <a:lvl6pPr indent="-418200" lvl="5" marL="2743200">
              <a:spcBef>
                <a:spcPts val="0"/>
              </a:spcBef>
              <a:spcAft>
                <a:spcPts val="0"/>
              </a:spcAft>
              <a:buSzPts val="2986"/>
              <a:buChar char="■"/>
              <a:defRPr sz="2986"/>
            </a:lvl6pPr>
            <a:lvl7pPr indent="-418200" lvl="6" marL="3200400">
              <a:spcBef>
                <a:spcPts val="0"/>
              </a:spcBef>
              <a:spcAft>
                <a:spcPts val="0"/>
              </a:spcAft>
              <a:buSzPts val="2986"/>
              <a:buChar char="●"/>
              <a:defRPr sz="2986"/>
            </a:lvl7pPr>
            <a:lvl8pPr indent="-418200" lvl="7" marL="3657600">
              <a:spcBef>
                <a:spcPts val="0"/>
              </a:spcBef>
              <a:spcAft>
                <a:spcPts val="0"/>
              </a:spcAft>
              <a:buSzPts val="2986"/>
              <a:buChar char="○"/>
              <a:defRPr sz="2986"/>
            </a:lvl8pPr>
            <a:lvl9pPr indent="-418200" lvl="8" marL="4114800">
              <a:spcBef>
                <a:spcPts val="0"/>
              </a:spcBef>
              <a:spcAft>
                <a:spcPts val="0"/>
              </a:spcAft>
              <a:buSzPts val="2986"/>
              <a:buChar char="■"/>
              <a:defRPr sz="2986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7990583" y="4791392"/>
            <a:ext cx="6614100" cy="14203500"/>
          </a:xfrm>
          <a:prstGeom prst="rect">
            <a:avLst/>
          </a:prstGeom>
        </p:spPr>
        <p:txBody>
          <a:bodyPr anchorCtr="0" anchor="t" bIns="227475" lIns="227475" spcFirstLastPara="1" rIns="227475" wrap="square" tIns="227475">
            <a:normAutofit/>
          </a:bodyPr>
          <a:lstStyle>
            <a:lvl1pPr indent="-449800" lvl="0" marL="457200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indent="-418200" lvl="1" marL="914400">
              <a:spcBef>
                <a:spcPts val="0"/>
              </a:spcBef>
              <a:spcAft>
                <a:spcPts val="0"/>
              </a:spcAft>
              <a:buSzPts val="2986"/>
              <a:buChar char="○"/>
              <a:defRPr sz="2986"/>
            </a:lvl2pPr>
            <a:lvl3pPr indent="-418200" lvl="2" marL="1371600">
              <a:spcBef>
                <a:spcPts val="0"/>
              </a:spcBef>
              <a:spcAft>
                <a:spcPts val="0"/>
              </a:spcAft>
              <a:buSzPts val="2986"/>
              <a:buChar char="■"/>
              <a:defRPr sz="2986"/>
            </a:lvl3pPr>
            <a:lvl4pPr indent="-418200" lvl="3" marL="1828800">
              <a:spcBef>
                <a:spcPts val="0"/>
              </a:spcBef>
              <a:spcAft>
                <a:spcPts val="0"/>
              </a:spcAft>
              <a:buSzPts val="2986"/>
              <a:buChar char="●"/>
              <a:defRPr sz="2986"/>
            </a:lvl4pPr>
            <a:lvl5pPr indent="-418200" lvl="4" marL="2286000">
              <a:spcBef>
                <a:spcPts val="0"/>
              </a:spcBef>
              <a:spcAft>
                <a:spcPts val="0"/>
              </a:spcAft>
              <a:buSzPts val="2986"/>
              <a:buChar char="○"/>
              <a:defRPr sz="2986"/>
            </a:lvl5pPr>
            <a:lvl6pPr indent="-418200" lvl="5" marL="2743200">
              <a:spcBef>
                <a:spcPts val="0"/>
              </a:spcBef>
              <a:spcAft>
                <a:spcPts val="0"/>
              </a:spcAft>
              <a:buSzPts val="2986"/>
              <a:buChar char="■"/>
              <a:defRPr sz="2986"/>
            </a:lvl6pPr>
            <a:lvl7pPr indent="-418200" lvl="6" marL="3200400">
              <a:spcBef>
                <a:spcPts val="0"/>
              </a:spcBef>
              <a:spcAft>
                <a:spcPts val="0"/>
              </a:spcAft>
              <a:buSzPts val="2986"/>
              <a:buChar char="●"/>
              <a:defRPr sz="2986"/>
            </a:lvl7pPr>
            <a:lvl8pPr indent="-418200" lvl="7" marL="3657600">
              <a:spcBef>
                <a:spcPts val="0"/>
              </a:spcBef>
              <a:spcAft>
                <a:spcPts val="0"/>
              </a:spcAft>
              <a:buSzPts val="2986"/>
              <a:buChar char="○"/>
              <a:defRPr sz="2986"/>
            </a:lvl8pPr>
            <a:lvl9pPr indent="-418200" lvl="8" marL="4114800">
              <a:spcBef>
                <a:spcPts val="0"/>
              </a:spcBef>
              <a:spcAft>
                <a:spcPts val="0"/>
              </a:spcAft>
              <a:buSzPts val="2986"/>
              <a:buChar char="■"/>
              <a:defRPr sz="2986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4009576" y="19387232"/>
            <a:ext cx="907200" cy="1636500"/>
          </a:xfrm>
          <a:prstGeom prst="rect">
            <a:avLst/>
          </a:prstGeom>
        </p:spPr>
        <p:txBody>
          <a:bodyPr anchorCtr="0" anchor="ctr" bIns="227475" lIns="227475" spcFirstLastPara="1" rIns="227475" wrap="square" tIns="227475">
            <a:normAutofit/>
          </a:bodyPr>
          <a:lstStyle>
            <a:lvl1pPr lvl="0">
              <a:buNone/>
              <a:defRPr sz="2488"/>
            </a:lvl1pPr>
            <a:lvl2pPr lvl="1">
              <a:buNone/>
              <a:defRPr sz="2488"/>
            </a:lvl2pPr>
            <a:lvl3pPr lvl="2">
              <a:buNone/>
              <a:defRPr sz="2488"/>
            </a:lvl3pPr>
            <a:lvl4pPr lvl="3">
              <a:buNone/>
              <a:defRPr sz="2488"/>
            </a:lvl4pPr>
            <a:lvl5pPr lvl="4">
              <a:buNone/>
              <a:defRPr sz="2488"/>
            </a:lvl5pPr>
            <a:lvl6pPr lvl="5">
              <a:buNone/>
              <a:defRPr sz="2488"/>
            </a:lvl6pPr>
            <a:lvl7pPr lvl="6">
              <a:buNone/>
              <a:defRPr sz="2488"/>
            </a:lvl7pPr>
            <a:lvl8pPr lvl="7">
              <a:buNone/>
              <a:defRPr sz="2488"/>
            </a:lvl8pPr>
            <a:lvl9pPr lvl="8">
              <a:buNone/>
              <a:defRPr sz="248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515409" y="1850183"/>
            <a:ext cx="14089200" cy="2381100"/>
          </a:xfrm>
          <a:prstGeom prst="rect">
            <a:avLst/>
          </a:prstGeom>
        </p:spPr>
        <p:txBody>
          <a:bodyPr anchorCtr="0" anchor="t" bIns="227475" lIns="227475" spcFirstLastPara="1" rIns="227475" wrap="square" tIns="227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1pPr>
            <a:lvl2pPr lvl="1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2pPr>
            <a:lvl3pPr lvl="2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3pPr>
            <a:lvl4pPr lvl="3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4pPr>
            <a:lvl5pPr lvl="4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5pPr>
            <a:lvl6pPr lvl="5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6pPr>
            <a:lvl7pPr lvl="6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7pPr>
            <a:lvl8pPr lvl="7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8pPr>
            <a:lvl9pPr lvl="8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4009576" y="19387232"/>
            <a:ext cx="907200" cy="1636500"/>
          </a:xfrm>
          <a:prstGeom prst="rect">
            <a:avLst/>
          </a:prstGeom>
        </p:spPr>
        <p:txBody>
          <a:bodyPr anchorCtr="0" anchor="ctr" bIns="227475" lIns="227475" spcFirstLastPara="1" rIns="227475" wrap="square" tIns="227475">
            <a:normAutofit/>
          </a:bodyPr>
          <a:lstStyle>
            <a:lvl1pPr lvl="0">
              <a:buNone/>
              <a:defRPr sz="2488"/>
            </a:lvl1pPr>
            <a:lvl2pPr lvl="1">
              <a:buNone/>
              <a:defRPr sz="2488"/>
            </a:lvl2pPr>
            <a:lvl3pPr lvl="2">
              <a:buNone/>
              <a:defRPr sz="2488"/>
            </a:lvl3pPr>
            <a:lvl4pPr lvl="3">
              <a:buNone/>
              <a:defRPr sz="2488"/>
            </a:lvl4pPr>
            <a:lvl5pPr lvl="4">
              <a:buNone/>
              <a:defRPr sz="2488"/>
            </a:lvl5pPr>
            <a:lvl6pPr lvl="5">
              <a:buNone/>
              <a:defRPr sz="2488"/>
            </a:lvl6pPr>
            <a:lvl7pPr lvl="6">
              <a:buNone/>
              <a:defRPr sz="2488"/>
            </a:lvl7pPr>
            <a:lvl8pPr lvl="7">
              <a:buNone/>
              <a:defRPr sz="2488"/>
            </a:lvl8pPr>
            <a:lvl9pPr lvl="8">
              <a:buNone/>
              <a:defRPr sz="248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515409" y="2309896"/>
            <a:ext cx="4643100" cy="3141900"/>
          </a:xfrm>
          <a:prstGeom prst="rect">
            <a:avLst/>
          </a:prstGeom>
        </p:spPr>
        <p:txBody>
          <a:bodyPr anchorCtr="0" anchor="b" bIns="227475" lIns="227475" spcFirstLastPara="1" rIns="227475" wrap="square" tIns="227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972"/>
              <a:buNone/>
              <a:defRPr sz="5972"/>
            </a:lvl1pPr>
            <a:lvl2pPr lvl="1">
              <a:spcBef>
                <a:spcPts val="0"/>
              </a:spcBef>
              <a:spcAft>
                <a:spcPts val="0"/>
              </a:spcAft>
              <a:buSzPts val="5972"/>
              <a:buNone/>
              <a:defRPr sz="5972"/>
            </a:lvl2pPr>
            <a:lvl3pPr lvl="2">
              <a:spcBef>
                <a:spcPts val="0"/>
              </a:spcBef>
              <a:spcAft>
                <a:spcPts val="0"/>
              </a:spcAft>
              <a:buSzPts val="5972"/>
              <a:buNone/>
              <a:defRPr sz="5972"/>
            </a:lvl3pPr>
            <a:lvl4pPr lvl="3">
              <a:spcBef>
                <a:spcPts val="0"/>
              </a:spcBef>
              <a:spcAft>
                <a:spcPts val="0"/>
              </a:spcAft>
              <a:buSzPts val="5972"/>
              <a:buNone/>
              <a:defRPr sz="5972"/>
            </a:lvl4pPr>
            <a:lvl5pPr lvl="4">
              <a:spcBef>
                <a:spcPts val="0"/>
              </a:spcBef>
              <a:spcAft>
                <a:spcPts val="0"/>
              </a:spcAft>
              <a:buSzPts val="5972"/>
              <a:buNone/>
              <a:defRPr sz="5972"/>
            </a:lvl5pPr>
            <a:lvl6pPr lvl="5">
              <a:spcBef>
                <a:spcPts val="0"/>
              </a:spcBef>
              <a:spcAft>
                <a:spcPts val="0"/>
              </a:spcAft>
              <a:buSzPts val="5972"/>
              <a:buNone/>
              <a:defRPr sz="5972"/>
            </a:lvl6pPr>
            <a:lvl7pPr lvl="6">
              <a:spcBef>
                <a:spcPts val="0"/>
              </a:spcBef>
              <a:spcAft>
                <a:spcPts val="0"/>
              </a:spcAft>
              <a:buSzPts val="5972"/>
              <a:buNone/>
              <a:defRPr sz="5972"/>
            </a:lvl7pPr>
            <a:lvl8pPr lvl="7">
              <a:spcBef>
                <a:spcPts val="0"/>
              </a:spcBef>
              <a:spcAft>
                <a:spcPts val="0"/>
              </a:spcAft>
              <a:buSzPts val="5972"/>
              <a:buNone/>
              <a:defRPr sz="5972"/>
            </a:lvl8pPr>
            <a:lvl9pPr lvl="8">
              <a:spcBef>
                <a:spcPts val="0"/>
              </a:spcBef>
              <a:spcAft>
                <a:spcPts val="0"/>
              </a:spcAft>
              <a:buSzPts val="5972"/>
              <a:buNone/>
              <a:defRPr sz="5972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515409" y="5777235"/>
            <a:ext cx="4643100" cy="13218300"/>
          </a:xfrm>
          <a:prstGeom prst="rect">
            <a:avLst/>
          </a:prstGeom>
        </p:spPr>
        <p:txBody>
          <a:bodyPr anchorCtr="0" anchor="t" bIns="227475" lIns="227475" spcFirstLastPara="1" rIns="227475" wrap="square" tIns="227475">
            <a:normAutofit/>
          </a:bodyPr>
          <a:lstStyle>
            <a:lvl1pPr indent="-418200" lvl="0" marL="457200">
              <a:spcBef>
                <a:spcPts val="0"/>
              </a:spcBef>
              <a:spcAft>
                <a:spcPts val="0"/>
              </a:spcAft>
              <a:buSzPts val="2986"/>
              <a:buChar char="●"/>
              <a:defRPr sz="2986"/>
            </a:lvl1pPr>
            <a:lvl2pPr indent="-418200" lvl="1" marL="914400">
              <a:spcBef>
                <a:spcPts val="0"/>
              </a:spcBef>
              <a:spcAft>
                <a:spcPts val="0"/>
              </a:spcAft>
              <a:buSzPts val="2986"/>
              <a:buChar char="○"/>
              <a:defRPr sz="2986"/>
            </a:lvl2pPr>
            <a:lvl3pPr indent="-418200" lvl="2" marL="1371600">
              <a:spcBef>
                <a:spcPts val="0"/>
              </a:spcBef>
              <a:spcAft>
                <a:spcPts val="0"/>
              </a:spcAft>
              <a:buSzPts val="2986"/>
              <a:buChar char="■"/>
              <a:defRPr sz="2986"/>
            </a:lvl3pPr>
            <a:lvl4pPr indent="-418200" lvl="3" marL="1828800">
              <a:spcBef>
                <a:spcPts val="0"/>
              </a:spcBef>
              <a:spcAft>
                <a:spcPts val="0"/>
              </a:spcAft>
              <a:buSzPts val="2986"/>
              <a:buChar char="●"/>
              <a:defRPr sz="2986"/>
            </a:lvl4pPr>
            <a:lvl5pPr indent="-418200" lvl="4" marL="2286000">
              <a:spcBef>
                <a:spcPts val="0"/>
              </a:spcBef>
              <a:spcAft>
                <a:spcPts val="0"/>
              </a:spcAft>
              <a:buSzPts val="2986"/>
              <a:buChar char="○"/>
              <a:defRPr sz="2986"/>
            </a:lvl5pPr>
            <a:lvl6pPr indent="-418200" lvl="5" marL="2743200">
              <a:spcBef>
                <a:spcPts val="0"/>
              </a:spcBef>
              <a:spcAft>
                <a:spcPts val="0"/>
              </a:spcAft>
              <a:buSzPts val="2986"/>
              <a:buChar char="■"/>
              <a:defRPr sz="2986"/>
            </a:lvl6pPr>
            <a:lvl7pPr indent="-418200" lvl="6" marL="3200400">
              <a:spcBef>
                <a:spcPts val="0"/>
              </a:spcBef>
              <a:spcAft>
                <a:spcPts val="0"/>
              </a:spcAft>
              <a:buSzPts val="2986"/>
              <a:buChar char="●"/>
              <a:defRPr sz="2986"/>
            </a:lvl7pPr>
            <a:lvl8pPr indent="-418200" lvl="7" marL="3657600">
              <a:spcBef>
                <a:spcPts val="0"/>
              </a:spcBef>
              <a:spcAft>
                <a:spcPts val="0"/>
              </a:spcAft>
              <a:buSzPts val="2986"/>
              <a:buChar char="○"/>
              <a:defRPr sz="2986"/>
            </a:lvl8pPr>
            <a:lvl9pPr indent="-418200" lvl="8" marL="4114800">
              <a:spcBef>
                <a:spcPts val="0"/>
              </a:spcBef>
              <a:spcAft>
                <a:spcPts val="0"/>
              </a:spcAft>
              <a:buSzPts val="2986"/>
              <a:buChar char="■"/>
              <a:defRPr sz="2986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4009576" y="19387232"/>
            <a:ext cx="907200" cy="1636500"/>
          </a:xfrm>
          <a:prstGeom prst="rect">
            <a:avLst/>
          </a:prstGeom>
        </p:spPr>
        <p:txBody>
          <a:bodyPr anchorCtr="0" anchor="ctr" bIns="227475" lIns="227475" spcFirstLastPara="1" rIns="227475" wrap="square" tIns="227475">
            <a:normAutofit/>
          </a:bodyPr>
          <a:lstStyle>
            <a:lvl1pPr lvl="0">
              <a:buNone/>
              <a:defRPr sz="2488"/>
            </a:lvl1pPr>
            <a:lvl2pPr lvl="1">
              <a:buNone/>
              <a:defRPr sz="2488"/>
            </a:lvl2pPr>
            <a:lvl3pPr lvl="2">
              <a:buNone/>
              <a:defRPr sz="2488"/>
            </a:lvl3pPr>
            <a:lvl4pPr lvl="3">
              <a:buNone/>
              <a:defRPr sz="2488"/>
            </a:lvl4pPr>
            <a:lvl5pPr lvl="4">
              <a:buNone/>
              <a:defRPr sz="2488"/>
            </a:lvl5pPr>
            <a:lvl6pPr lvl="5">
              <a:buNone/>
              <a:defRPr sz="2488"/>
            </a:lvl6pPr>
            <a:lvl7pPr lvl="6">
              <a:buNone/>
              <a:defRPr sz="2488"/>
            </a:lvl7pPr>
            <a:lvl8pPr lvl="7">
              <a:buNone/>
              <a:defRPr sz="2488"/>
            </a:lvl8pPr>
            <a:lvl9pPr lvl="8">
              <a:buNone/>
              <a:defRPr sz="248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810650" y="1871490"/>
            <a:ext cx="10529400" cy="17007300"/>
          </a:xfrm>
          <a:prstGeom prst="rect">
            <a:avLst/>
          </a:prstGeom>
        </p:spPr>
        <p:txBody>
          <a:bodyPr anchorCtr="0" anchor="ctr" bIns="227475" lIns="227475" spcFirstLastPara="1" rIns="227475" wrap="square" tIns="227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943"/>
              <a:buNone/>
              <a:defRPr sz="11943"/>
            </a:lvl1pPr>
            <a:lvl2pPr lvl="1">
              <a:spcBef>
                <a:spcPts val="0"/>
              </a:spcBef>
              <a:spcAft>
                <a:spcPts val="0"/>
              </a:spcAft>
              <a:buSzPts val="11943"/>
              <a:buNone/>
              <a:defRPr sz="11943"/>
            </a:lvl2pPr>
            <a:lvl3pPr lvl="2">
              <a:spcBef>
                <a:spcPts val="0"/>
              </a:spcBef>
              <a:spcAft>
                <a:spcPts val="0"/>
              </a:spcAft>
              <a:buSzPts val="11943"/>
              <a:buNone/>
              <a:defRPr sz="11943"/>
            </a:lvl3pPr>
            <a:lvl4pPr lvl="3">
              <a:spcBef>
                <a:spcPts val="0"/>
              </a:spcBef>
              <a:spcAft>
                <a:spcPts val="0"/>
              </a:spcAft>
              <a:buSzPts val="11943"/>
              <a:buNone/>
              <a:defRPr sz="11943"/>
            </a:lvl4pPr>
            <a:lvl5pPr lvl="4">
              <a:spcBef>
                <a:spcPts val="0"/>
              </a:spcBef>
              <a:spcAft>
                <a:spcPts val="0"/>
              </a:spcAft>
              <a:buSzPts val="11943"/>
              <a:buNone/>
              <a:defRPr sz="11943"/>
            </a:lvl5pPr>
            <a:lvl6pPr lvl="5">
              <a:spcBef>
                <a:spcPts val="0"/>
              </a:spcBef>
              <a:spcAft>
                <a:spcPts val="0"/>
              </a:spcAft>
              <a:buSzPts val="11943"/>
              <a:buNone/>
              <a:defRPr sz="11943"/>
            </a:lvl6pPr>
            <a:lvl7pPr lvl="6">
              <a:spcBef>
                <a:spcPts val="0"/>
              </a:spcBef>
              <a:spcAft>
                <a:spcPts val="0"/>
              </a:spcAft>
              <a:buSzPts val="11943"/>
              <a:buNone/>
              <a:defRPr sz="11943"/>
            </a:lvl7pPr>
            <a:lvl8pPr lvl="7">
              <a:spcBef>
                <a:spcPts val="0"/>
              </a:spcBef>
              <a:spcAft>
                <a:spcPts val="0"/>
              </a:spcAft>
              <a:buSzPts val="11943"/>
              <a:buNone/>
              <a:defRPr sz="11943"/>
            </a:lvl8pPr>
            <a:lvl9pPr lvl="8">
              <a:spcBef>
                <a:spcPts val="0"/>
              </a:spcBef>
              <a:spcAft>
                <a:spcPts val="0"/>
              </a:spcAft>
              <a:buSzPts val="11943"/>
              <a:buNone/>
              <a:defRPr sz="11943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4009576" y="19387232"/>
            <a:ext cx="907200" cy="1636500"/>
          </a:xfrm>
          <a:prstGeom prst="rect">
            <a:avLst/>
          </a:prstGeom>
        </p:spPr>
        <p:txBody>
          <a:bodyPr anchorCtr="0" anchor="ctr" bIns="227475" lIns="227475" spcFirstLastPara="1" rIns="227475" wrap="square" tIns="227475">
            <a:normAutofit/>
          </a:bodyPr>
          <a:lstStyle>
            <a:lvl1pPr lvl="0">
              <a:buNone/>
              <a:defRPr sz="2488"/>
            </a:lvl1pPr>
            <a:lvl2pPr lvl="1">
              <a:buNone/>
              <a:defRPr sz="2488"/>
            </a:lvl2pPr>
            <a:lvl3pPr lvl="2">
              <a:buNone/>
              <a:defRPr sz="2488"/>
            </a:lvl3pPr>
            <a:lvl4pPr lvl="3">
              <a:buNone/>
              <a:defRPr sz="2488"/>
            </a:lvl4pPr>
            <a:lvl5pPr lvl="4">
              <a:buNone/>
              <a:defRPr sz="2488"/>
            </a:lvl5pPr>
            <a:lvl6pPr lvl="5">
              <a:buNone/>
              <a:defRPr sz="2488"/>
            </a:lvl6pPr>
            <a:lvl7pPr lvl="6">
              <a:buNone/>
              <a:defRPr sz="2488"/>
            </a:lvl7pPr>
            <a:lvl8pPr lvl="7">
              <a:buNone/>
              <a:defRPr sz="2488"/>
            </a:lvl8pPr>
            <a:lvl9pPr lvl="8">
              <a:buNone/>
              <a:defRPr sz="248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7560000" y="-520"/>
            <a:ext cx="7560000" cy="2138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227475" lIns="227475" spcFirstLastPara="1" rIns="227475" wrap="square" tIns="227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439016" y="5126901"/>
            <a:ext cx="6688800" cy="6162600"/>
          </a:xfrm>
          <a:prstGeom prst="rect">
            <a:avLst/>
          </a:prstGeom>
        </p:spPr>
        <p:txBody>
          <a:bodyPr anchorCtr="0" anchor="b" bIns="227475" lIns="227475" spcFirstLastPara="1" rIns="227475" wrap="square" tIns="227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450"/>
              <a:buNone/>
              <a:defRPr sz="10450"/>
            </a:lvl1pPr>
            <a:lvl2pPr lvl="1" algn="ctr">
              <a:spcBef>
                <a:spcPts val="0"/>
              </a:spcBef>
              <a:spcAft>
                <a:spcPts val="0"/>
              </a:spcAft>
              <a:buSzPts val="10450"/>
              <a:buNone/>
              <a:defRPr sz="10450"/>
            </a:lvl2pPr>
            <a:lvl3pPr lvl="2" algn="ctr">
              <a:spcBef>
                <a:spcPts val="0"/>
              </a:spcBef>
              <a:spcAft>
                <a:spcPts val="0"/>
              </a:spcAft>
              <a:buSzPts val="10450"/>
              <a:buNone/>
              <a:defRPr sz="10450"/>
            </a:lvl3pPr>
            <a:lvl4pPr lvl="3" algn="ctr">
              <a:spcBef>
                <a:spcPts val="0"/>
              </a:spcBef>
              <a:spcAft>
                <a:spcPts val="0"/>
              </a:spcAft>
              <a:buSzPts val="10450"/>
              <a:buNone/>
              <a:defRPr sz="10450"/>
            </a:lvl4pPr>
            <a:lvl5pPr lvl="4" algn="ctr">
              <a:spcBef>
                <a:spcPts val="0"/>
              </a:spcBef>
              <a:spcAft>
                <a:spcPts val="0"/>
              </a:spcAft>
              <a:buSzPts val="10450"/>
              <a:buNone/>
              <a:defRPr sz="10450"/>
            </a:lvl5pPr>
            <a:lvl6pPr lvl="5" algn="ctr">
              <a:spcBef>
                <a:spcPts val="0"/>
              </a:spcBef>
              <a:spcAft>
                <a:spcPts val="0"/>
              </a:spcAft>
              <a:buSzPts val="10450"/>
              <a:buNone/>
              <a:defRPr sz="10450"/>
            </a:lvl6pPr>
            <a:lvl7pPr lvl="6" algn="ctr">
              <a:spcBef>
                <a:spcPts val="0"/>
              </a:spcBef>
              <a:spcAft>
                <a:spcPts val="0"/>
              </a:spcAft>
              <a:buSzPts val="10450"/>
              <a:buNone/>
              <a:defRPr sz="10450"/>
            </a:lvl7pPr>
            <a:lvl8pPr lvl="7" algn="ctr">
              <a:spcBef>
                <a:spcPts val="0"/>
              </a:spcBef>
              <a:spcAft>
                <a:spcPts val="0"/>
              </a:spcAft>
              <a:buSzPts val="10450"/>
              <a:buNone/>
              <a:defRPr sz="10450"/>
            </a:lvl8pPr>
            <a:lvl9pPr lvl="8" algn="ctr">
              <a:spcBef>
                <a:spcPts val="0"/>
              </a:spcBef>
              <a:spcAft>
                <a:spcPts val="0"/>
              </a:spcAft>
              <a:buSzPts val="10450"/>
              <a:buNone/>
              <a:defRPr sz="1045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439016" y="11653729"/>
            <a:ext cx="6688800" cy="5134800"/>
          </a:xfrm>
          <a:prstGeom prst="rect">
            <a:avLst/>
          </a:prstGeom>
        </p:spPr>
        <p:txBody>
          <a:bodyPr anchorCtr="0" anchor="t" bIns="227475" lIns="227475" spcFirstLastPara="1" rIns="227475" wrap="square" tIns="227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25"/>
              <a:buNone/>
              <a:defRPr sz="5225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25"/>
              <a:buNone/>
              <a:defRPr sz="5225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25"/>
              <a:buNone/>
              <a:defRPr sz="5225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25"/>
              <a:buNone/>
              <a:defRPr sz="5225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25"/>
              <a:buNone/>
              <a:defRPr sz="5225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25"/>
              <a:buNone/>
              <a:defRPr sz="5225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25"/>
              <a:buNone/>
              <a:defRPr sz="5225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25"/>
              <a:buNone/>
              <a:defRPr sz="5225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25"/>
              <a:buNone/>
              <a:defRPr sz="5225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8167677" y="3010328"/>
            <a:ext cx="6344700" cy="15362400"/>
          </a:xfrm>
          <a:prstGeom prst="rect">
            <a:avLst/>
          </a:prstGeom>
        </p:spPr>
        <p:txBody>
          <a:bodyPr anchorCtr="0" anchor="ctr" bIns="227475" lIns="227475" spcFirstLastPara="1" rIns="227475" wrap="square" tIns="227475">
            <a:normAutofit/>
          </a:bodyPr>
          <a:lstStyle>
            <a:lvl1pPr indent="-513000" lvl="0" marL="457200">
              <a:spcBef>
                <a:spcPts val="0"/>
              </a:spcBef>
              <a:spcAft>
                <a:spcPts val="0"/>
              </a:spcAft>
              <a:buSzPts val="4479"/>
              <a:buChar char="●"/>
              <a:defRPr sz="4479"/>
            </a:lvl1pPr>
            <a:lvl2pPr indent="-449800" lvl="1" marL="914400">
              <a:spcBef>
                <a:spcPts val="0"/>
              </a:spcBef>
              <a:spcAft>
                <a:spcPts val="0"/>
              </a:spcAft>
              <a:buSzPts val="3483"/>
              <a:buChar char="○"/>
              <a:defRPr sz="3483"/>
            </a:lvl2pPr>
            <a:lvl3pPr indent="-449800" lvl="2" marL="1371600">
              <a:spcBef>
                <a:spcPts val="0"/>
              </a:spcBef>
              <a:spcAft>
                <a:spcPts val="0"/>
              </a:spcAft>
              <a:buSzPts val="3483"/>
              <a:buChar char="■"/>
              <a:defRPr sz="3483"/>
            </a:lvl3pPr>
            <a:lvl4pPr indent="-449800" lvl="3" marL="1828800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4pPr>
            <a:lvl5pPr indent="-449800" lvl="4" marL="2286000">
              <a:spcBef>
                <a:spcPts val="0"/>
              </a:spcBef>
              <a:spcAft>
                <a:spcPts val="0"/>
              </a:spcAft>
              <a:buSzPts val="3483"/>
              <a:buChar char="○"/>
              <a:defRPr sz="3483"/>
            </a:lvl5pPr>
            <a:lvl6pPr indent="-449800" lvl="5" marL="2743200">
              <a:spcBef>
                <a:spcPts val="0"/>
              </a:spcBef>
              <a:spcAft>
                <a:spcPts val="0"/>
              </a:spcAft>
              <a:buSzPts val="3483"/>
              <a:buChar char="■"/>
              <a:defRPr sz="3483"/>
            </a:lvl6pPr>
            <a:lvl7pPr indent="-449800" lvl="6" marL="3200400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7pPr>
            <a:lvl8pPr indent="-449800" lvl="7" marL="3657600">
              <a:spcBef>
                <a:spcPts val="0"/>
              </a:spcBef>
              <a:spcAft>
                <a:spcPts val="0"/>
              </a:spcAft>
              <a:buSzPts val="3483"/>
              <a:buChar char="○"/>
              <a:defRPr sz="3483"/>
            </a:lvl8pPr>
            <a:lvl9pPr indent="-449800" lvl="8" marL="4114800">
              <a:spcBef>
                <a:spcPts val="0"/>
              </a:spcBef>
              <a:spcAft>
                <a:spcPts val="0"/>
              </a:spcAft>
              <a:buSzPts val="3483"/>
              <a:buChar char="■"/>
              <a:defRPr sz="3483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4009576" y="19387232"/>
            <a:ext cx="907200" cy="1636500"/>
          </a:xfrm>
          <a:prstGeom prst="rect">
            <a:avLst/>
          </a:prstGeom>
        </p:spPr>
        <p:txBody>
          <a:bodyPr anchorCtr="0" anchor="ctr" bIns="227475" lIns="227475" spcFirstLastPara="1" rIns="227475" wrap="square" tIns="227475">
            <a:normAutofit/>
          </a:bodyPr>
          <a:lstStyle>
            <a:lvl1pPr lvl="0">
              <a:buNone/>
              <a:defRPr sz="2488"/>
            </a:lvl1pPr>
            <a:lvl2pPr lvl="1">
              <a:buNone/>
              <a:defRPr sz="2488"/>
            </a:lvl2pPr>
            <a:lvl3pPr lvl="2">
              <a:buNone/>
              <a:defRPr sz="2488"/>
            </a:lvl3pPr>
            <a:lvl4pPr lvl="3">
              <a:buNone/>
              <a:defRPr sz="2488"/>
            </a:lvl4pPr>
            <a:lvl5pPr lvl="4">
              <a:buNone/>
              <a:defRPr sz="2488"/>
            </a:lvl5pPr>
            <a:lvl6pPr lvl="5">
              <a:buNone/>
              <a:defRPr sz="2488"/>
            </a:lvl6pPr>
            <a:lvl7pPr lvl="6">
              <a:buNone/>
              <a:defRPr sz="2488"/>
            </a:lvl7pPr>
            <a:lvl8pPr lvl="7">
              <a:buNone/>
              <a:defRPr sz="2488"/>
            </a:lvl8pPr>
            <a:lvl9pPr lvl="8">
              <a:buNone/>
              <a:defRPr sz="248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515409" y="17588532"/>
            <a:ext cx="9919200" cy="2515800"/>
          </a:xfrm>
          <a:prstGeom prst="rect">
            <a:avLst/>
          </a:prstGeom>
        </p:spPr>
        <p:txBody>
          <a:bodyPr anchorCtr="0" anchor="ctr" bIns="227475" lIns="227475" spcFirstLastPara="1" rIns="227475" wrap="square" tIns="22747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79"/>
              <a:buNone/>
              <a:defRPr sz="4479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4009576" y="19387232"/>
            <a:ext cx="907200" cy="1636500"/>
          </a:xfrm>
          <a:prstGeom prst="rect">
            <a:avLst/>
          </a:prstGeom>
        </p:spPr>
        <p:txBody>
          <a:bodyPr anchorCtr="0" anchor="ctr" bIns="227475" lIns="227475" spcFirstLastPara="1" rIns="227475" wrap="square" tIns="227475">
            <a:normAutofit/>
          </a:bodyPr>
          <a:lstStyle>
            <a:lvl1pPr lvl="0">
              <a:buNone/>
              <a:defRPr sz="2488"/>
            </a:lvl1pPr>
            <a:lvl2pPr lvl="1">
              <a:buNone/>
              <a:defRPr sz="2488"/>
            </a:lvl2pPr>
            <a:lvl3pPr lvl="2">
              <a:buNone/>
              <a:defRPr sz="2488"/>
            </a:lvl3pPr>
            <a:lvl4pPr lvl="3">
              <a:buNone/>
              <a:defRPr sz="2488"/>
            </a:lvl4pPr>
            <a:lvl5pPr lvl="4">
              <a:buNone/>
              <a:defRPr sz="2488"/>
            </a:lvl5pPr>
            <a:lvl6pPr lvl="5">
              <a:buNone/>
              <a:defRPr sz="2488"/>
            </a:lvl6pPr>
            <a:lvl7pPr lvl="6">
              <a:buNone/>
              <a:defRPr sz="2488"/>
            </a:lvl7pPr>
            <a:lvl8pPr lvl="7">
              <a:buNone/>
              <a:defRPr sz="2488"/>
            </a:lvl8pPr>
            <a:lvl9pPr lvl="8">
              <a:buNone/>
              <a:defRPr sz="248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515409" y="4598693"/>
            <a:ext cx="14089200" cy="8163300"/>
          </a:xfrm>
          <a:prstGeom prst="rect">
            <a:avLst/>
          </a:prstGeom>
        </p:spPr>
        <p:txBody>
          <a:bodyPr anchorCtr="0" anchor="b" bIns="227475" lIns="227475" spcFirstLastPara="1" rIns="227475" wrap="square" tIns="227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858"/>
              <a:buNone/>
              <a:defRPr sz="29858"/>
            </a:lvl1pPr>
            <a:lvl2pPr lvl="1" algn="ctr">
              <a:spcBef>
                <a:spcPts val="0"/>
              </a:spcBef>
              <a:spcAft>
                <a:spcPts val="0"/>
              </a:spcAft>
              <a:buSzPts val="29858"/>
              <a:buNone/>
              <a:defRPr sz="29858"/>
            </a:lvl2pPr>
            <a:lvl3pPr lvl="2" algn="ctr">
              <a:spcBef>
                <a:spcPts val="0"/>
              </a:spcBef>
              <a:spcAft>
                <a:spcPts val="0"/>
              </a:spcAft>
              <a:buSzPts val="29858"/>
              <a:buNone/>
              <a:defRPr sz="29858"/>
            </a:lvl3pPr>
            <a:lvl4pPr lvl="3" algn="ctr">
              <a:spcBef>
                <a:spcPts val="0"/>
              </a:spcBef>
              <a:spcAft>
                <a:spcPts val="0"/>
              </a:spcAft>
              <a:buSzPts val="29858"/>
              <a:buNone/>
              <a:defRPr sz="29858"/>
            </a:lvl4pPr>
            <a:lvl5pPr lvl="4" algn="ctr">
              <a:spcBef>
                <a:spcPts val="0"/>
              </a:spcBef>
              <a:spcAft>
                <a:spcPts val="0"/>
              </a:spcAft>
              <a:buSzPts val="29858"/>
              <a:buNone/>
              <a:defRPr sz="29858"/>
            </a:lvl5pPr>
            <a:lvl6pPr lvl="5" algn="ctr">
              <a:spcBef>
                <a:spcPts val="0"/>
              </a:spcBef>
              <a:spcAft>
                <a:spcPts val="0"/>
              </a:spcAft>
              <a:buSzPts val="29858"/>
              <a:buNone/>
              <a:defRPr sz="29858"/>
            </a:lvl6pPr>
            <a:lvl7pPr lvl="6" algn="ctr">
              <a:spcBef>
                <a:spcPts val="0"/>
              </a:spcBef>
              <a:spcAft>
                <a:spcPts val="0"/>
              </a:spcAft>
              <a:buSzPts val="29858"/>
              <a:buNone/>
              <a:defRPr sz="29858"/>
            </a:lvl7pPr>
            <a:lvl8pPr lvl="7" algn="ctr">
              <a:spcBef>
                <a:spcPts val="0"/>
              </a:spcBef>
              <a:spcAft>
                <a:spcPts val="0"/>
              </a:spcAft>
              <a:buSzPts val="29858"/>
              <a:buNone/>
              <a:defRPr sz="29858"/>
            </a:lvl8pPr>
            <a:lvl9pPr lvl="8" algn="ctr">
              <a:spcBef>
                <a:spcPts val="0"/>
              </a:spcBef>
              <a:spcAft>
                <a:spcPts val="0"/>
              </a:spcAft>
              <a:buSzPts val="29858"/>
              <a:buNone/>
              <a:defRPr sz="29858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515409" y="13105313"/>
            <a:ext cx="14089200" cy="5408100"/>
          </a:xfrm>
          <a:prstGeom prst="rect">
            <a:avLst/>
          </a:prstGeom>
        </p:spPr>
        <p:txBody>
          <a:bodyPr anchorCtr="0" anchor="t" bIns="227475" lIns="227475" spcFirstLastPara="1" rIns="227475" wrap="square" tIns="227475">
            <a:normAutofit/>
          </a:bodyPr>
          <a:lstStyle>
            <a:lvl1pPr indent="-513000" lvl="0" marL="457200" algn="ctr">
              <a:spcBef>
                <a:spcPts val="0"/>
              </a:spcBef>
              <a:spcAft>
                <a:spcPts val="0"/>
              </a:spcAft>
              <a:buSzPts val="4479"/>
              <a:buChar char="●"/>
              <a:defRPr sz="4479"/>
            </a:lvl1pPr>
            <a:lvl2pPr indent="-449800" lvl="1" marL="914400" algn="ctr">
              <a:spcBef>
                <a:spcPts val="0"/>
              </a:spcBef>
              <a:spcAft>
                <a:spcPts val="0"/>
              </a:spcAft>
              <a:buSzPts val="3483"/>
              <a:buChar char="○"/>
              <a:defRPr sz="3483"/>
            </a:lvl2pPr>
            <a:lvl3pPr indent="-449800" lvl="2" marL="1371600" algn="ctr">
              <a:spcBef>
                <a:spcPts val="0"/>
              </a:spcBef>
              <a:spcAft>
                <a:spcPts val="0"/>
              </a:spcAft>
              <a:buSzPts val="3483"/>
              <a:buChar char="■"/>
              <a:defRPr sz="3483"/>
            </a:lvl3pPr>
            <a:lvl4pPr indent="-449800" lvl="3" marL="1828800" algn="ctr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4pPr>
            <a:lvl5pPr indent="-449800" lvl="4" marL="2286000" algn="ctr">
              <a:spcBef>
                <a:spcPts val="0"/>
              </a:spcBef>
              <a:spcAft>
                <a:spcPts val="0"/>
              </a:spcAft>
              <a:buSzPts val="3483"/>
              <a:buChar char="○"/>
              <a:defRPr sz="3483"/>
            </a:lvl5pPr>
            <a:lvl6pPr indent="-449800" lvl="5" marL="2743200" algn="ctr">
              <a:spcBef>
                <a:spcPts val="0"/>
              </a:spcBef>
              <a:spcAft>
                <a:spcPts val="0"/>
              </a:spcAft>
              <a:buSzPts val="3483"/>
              <a:buChar char="■"/>
              <a:defRPr sz="3483"/>
            </a:lvl6pPr>
            <a:lvl7pPr indent="-449800" lvl="6" marL="3200400" algn="ctr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7pPr>
            <a:lvl8pPr indent="-449800" lvl="7" marL="3657600" algn="ctr">
              <a:spcBef>
                <a:spcPts val="0"/>
              </a:spcBef>
              <a:spcAft>
                <a:spcPts val="0"/>
              </a:spcAft>
              <a:buSzPts val="3483"/>
              <a:buChar char="○"/>
              <a:defRPr sz="3483"/>
            </a:lvl8pPr>
            <a:lvl9pPr indent="-449800" lvl="8" marL="4114800" algn="ctr">
              <a:spcBef>
                <a:spcPts val="0"/>
              </a:spcBef>
              <a:spcAft>
                <a:spcPts val="0"/>
              </a:spcAft>
              <a:buSzPts val="3483"/>
              <a:buChar char="■"/>
              <a:defRPr sz="3483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4009576" y="19387232"/>
            <a:ext cx="907200" cy="1636500"/>
          </a:xfrm>
          <a:prstGeom prst="rect">
            <a:avLst/>
          </a:prstGeom>
        </p:spPr>
        <p:txBody>
          <a:bodyPr anchorCtr="0" anchor="ctr" bIns="227475" lIns="227475" spcFirstLastPara="1" rIns="227475" wrap="square" tIns="227475">
            <a:normAutofit/>
          </a:bodyPr>
          <a:lstStyle>
            <a:lvl1pPr lvl="0">
              <a:buNone/>
              <a:defRPr sz="2488"/>
            </a:lvl1pPr>
            <a:lvl2pPr lvl="1">
              <a:buNone/>
              <a:defRPr sz="2488"/>
            </a:lvl2pPr>
            <a:lvl3pPr lvl="2">
              <a:buNone/>
              <a:defRPr sz="2488"/>
            </a:lvl3pPr>
            <a:lvl4pPr lvl="3">
              <a:buNone/>
              <a:defRPr sz="2488"/>
            </a:lvl4pPr>
            <a:lvl5pPr lvl="4">
              <a:buNone/>
              <a:defRPr sz="2488"/>
            </a:lvl5pPr>
            <a:lvl6pPr lvl="5">
              <a:buNone/>
              <a:defRPr sz="2488"/>
            </a:lvl6pPr>
            <a:lvl7pPr lvl="6">
              <a:buNone/>
              <a:defRPr sz="2488"/>
            </a:lvl7pPr>
            <a:lvl8pPr lvl="7">
              <a:buNone/>
              <a:defRPr sz="2488"/>
            </a:lvl8pPr>
            <a:lvl9pPr lvl="8">
              <a:buNone/>
              <a:defRPr sz="248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4009576" y="19387232"/>
            <a:ext cx="907200" cy="1636500"/>
          </a:xfrm>
          <a:prstGeom prst="rect">
            <a:avLst/>
          </a:prstGeom>
        </p:spPr>
        <p:txBody>
          <a:bodyPr anchorCtr="0" anchor="ctr" bIns="227475" lIns="227475" spcFirstLastPara="1" rIns="227475" wrap="square" tIns="227475">
            <a:normAutofit/>
          </a:bodyPr>
          <a:lstStyle>
            <a:lvl1pPr lvl="0">
              <a:buNone/>
              <a:defRPr sz="2488"/>
            </a:lvl1pPr>
            <a:lvl2pPr lvl="1">
              <a:buNone/>
              <a:defRPr sz="2488"/>
            </a:lvl2pPr>
            <a:lvl3pPr lvl="2">
              <a:buNone/>
              <a:defRPr sz="2488"/>
            </a:lvl3pPr>
            <a:lvl4pPr lvl="3">
              <a:buNone/>
              <a:defRPr sz="2488"/>
            </a:lvl4pPr>
            <a:lvl5pPr lvl="4">
              <a:buNone/>
              <a:defRPr sz="2488"/>
            </a:lvl5pPr>
            <a:lvl6pPr lvl="5">
              <a:buNone/>
              <a:defRPr sz="2488"/>
            </a:lvl6pPr>
            <a:lvl7pPr lvl="6">
              <a:buNone/>
              <a:defRPr sz="2488"/>
            </a:lvl7pPr>
            <a:lvl8pPr lvl="7">
              <a:buNone/>
              <a:defRPr sz="2488"/>
            </a:lvl8pPr>
            <a:lvl9pPr lvl="8">
              <a:buNone/>
              <a:defRPr sz="248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15409" y="1850183"/>
            <a:ext cx="14089200" cy="23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27475" lIns="227475" spcFirstLastPara="1" rIns="227475" wrap="square" tIns="227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967"/>
              <a:buNone/>
              <a:defRPr sz="6967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967"/>
              <a:buNone/>
              <a:defRPr sz="6967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967"/>
              <a:buNone/>
              <a:defRPr sz="6967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967"/>
              <a:buNone/>
              <a:defRPr sz="6967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967"/>
              <a:buNone/>
              <a:defRPr sz="6967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967"/>
              <a:buNone/>
              <a:defRPr sz="6967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967"/>
              <a:buNone/>
              <a:defRPr sz="6967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967"/>
              <a:buNone/>
              <a:defRPr sz="6967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967"/>
              <a:buNone/>
              <a:defRPr sz="6967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15409" y="4791392"/>
            <a:ext cx="14089200" cy="142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7475" lIns="227475" spcFirstLastPara="1" rIns="227475" wrap="square" tIns="227475">
            <a:normAutofit/>
          </a:bodyPr>
          <a:lstStyle>
            <a:lvl1pPr indent="-513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79"/>
              <a:buChar char="●"/>
              <a:defRPr sz="4479">
                <a:solidFill>
                  <a:schemeClr val="dk2"/>
                </a:solidFill>
              </a:defRPr>
            </a:lvl1pPr>
            <a:lvl2pPr indent="-449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83"/>
              <a:buChar char="○"/>
              <a:defRPr sz="3483">
                <a:solidFill>
                  <a:schemeClr val="dk2"/>
                </a:solidFill>
              </a:defRPr>
            </a:lvl2pPr>
            <a:lvl3pPr indent="-449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83"/>
              <a:buChar char="■"/>
              <a:defRPr sz="3483">
                <a:solidFill>
                  <a:schemeClr val="dk2"/>
                </a:solidFill>
              </a:defRPr>
            </a:lvl3pPr>
            <a:lvl4pPr indent="-449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83"/>
              <a:buChar char="●"/>
              <a:defRPr sz="3483">
                <a:solidFill>
                  <a:schemeClr val="dk2"/>
                </a:solidFill>
              </a:defRPr>
            </a:lvl4pPr>
            <a:lvl5pPr indent="-449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83"/>
              <a:buChar char="○"/>
              <a:defRPr sz="3483">
                <a:solidFill>
                  <a:schemeClr val="dk2"/>
                </a:solidFill>
              </a:defRPr>
            </a:lvl5pPr>
            <a:lvl6pPr indent="-449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83"/>
              <a:buChar char="■"/>
              <a:defRPr sz="3483">
                <a:solidFill>
                  <a:schemeClr val="dk2"/>
                </a:solidFill>
              </a:defRPr>
            </a:lvl6pPr>
            <a:lvl7pPr indent="-449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83"/>
              <a:buChar char="●"/>
              <a:defRPr sz="3483">
                <a:solidFill>
                  <a:schemeClr val="dk2"/>
                </a:solidFill>
              </a:defRPr>
            </a:lvl7pPr>
            <a:lvl8pPr indent="-449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83"/>
              <a:buChar char="○"/>
              <a:defRPr sz="3483">
                <a:solidFill>
                  <a:schemeClr val="dk2"/>
                </a:solidFill>
              </a:defRPr>
            </a:lvl8pPr>
            <a:lvl9pPr indent="-449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83"/>
              <a:buChar char="■"/>
              <a:defRPr sz="3483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4009576" y="19387232"/>
            <a:ext cx="907200" cy="16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7475" lIns="227475" spcFirstLastPara="1" rIns="227475" wrap="square" tIns="227475">
            <a:normAutofit/>
          </a:bodyPr>
          <a:lstStyle>
            <a:lvl1pPr lvl="0" algn="r">
              <a:buNone/>
              <a:defRPr sz="2488">
                <a:solidFill>
                  <a:schemeClr val="dk2"/>
                </a:solidFill>
              </a:defRPr>
            </a:lvl1pPr>
            <a:lvl2pPr lvl="1" algn="r">
              <a:buNone/>
              <a:defRPr sz="2488">
                <a:solidFill>
                  <a:schemeClr val="dk2"/>
                </a:solidFill>
              </a:defRPr>
            </a:lvl2pPr>
            <a:lvl3pPr lvl="2" algn="r">
              <a:buNone/>
              <a:defRPr sz="2488">
                <a:solidFill>
                  <a:schemeClr val="dk2"/>
                </a:solidFill>
              </a:defRPr>
            </a:lvl3pPr>
            <a:lvl4pPr lvl="3" algn="r">
              <a:buNone/>
              <a:defRPr sz="2488">
                <a:solidFill>
                  <a:schemeClr val="dk2"/>
                </a:solidFill>
              </a:defRPr>
            </a:lvl4pPr>
            <a:lvl5pPr lvl="4" algn="r">
              <a:buNone/>
              <a:defRPr sz="2488">
                <a:solidFill>
                  <a:schemeClr val="dk2"/>
                </a:solidFill>
              </a:defRPr>
            </a:lvl5pPr>
            <a:lvl6pPr lvl="5" algn="r">
              <a:buNone/>
              <a:defRPr sz="2488">
                <a:solidFill>
                  <a:schemeClr val="dk2"/>
                </a:solidFill>
              </a:defRPr>
            </a:lvl6pPr>
            <a:lvl7pPr lvl="6" algn="r">
              <a:buNone/>
              <a:defRPr sz="2488">
                <a:solidFill>
                  <a:schemeClr val="dk2"/>
                </a:solidFill>
              </a:defRPr>
            </a:lvl7pPr>
            <a:lvl8pPr lvl="7" algn="r">
              <a:buNone/>
              <a:defRPr sz="2488">
                <a:solidFill>
                  <a:schemeClr val="dk2"/>
                </a:solidFill>
              </a:defRPr>
            </a:lvl8pPr>
            <a:lvl9pPr lvl="8" algn="r">
              <a:buNone/>
              <a:defRPr sz="2488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17.png"/><Relationship Id="rId22" Type="http://schemas.openxmlformats.org/officeDocument/2006/relationships/image" Target="../media/image22.png"/><Relationship Id="rId21" Type="http://schemas.openxmlformats.org/officeDocument/2006/relationships/image" Target="../media/image15.png"/><Relationship Id="rId24" Type="http://schemas.openxmlformats.org/officeDocument/2006/relationships/image" Target="../media/image21.png"/><Relationship Id="rId23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instagram.com/yourynot" TargetMode="External"/><Relationship Id="rId4" Type="http://schemas.openxmlformats.org/officeDocument/2006/relationships/image" Target="../media/image5.png"/><Relationship Id="rId9" Type="http://schemas.openxmlformats.org/officeDocument/2006/relationships/image" Target="../media/image1.png"/><Relationship Id="rId26" Type="http://schemas.openxmlformats.org/officeDocument/2006/relationships/image" Target="../media/image16.png"/><Relationship Id="rId25" Type="http://schemas.openxmlformats.org/officeDocument/2006/relationships/image" Target="../media/image18.png"/><Relationship Id="rId5" Type="http://schemas.openxmlformats.org/officeDocument/2006/relationships/image" Target="../media/image3.png"/><Relationship Id="rId6" Type="http://schemas.openxmlformats.org/officeDocument/2006/relationships/image" Target="../media/image19.png"/><Relationship Id="rId7" Type="http://schemas.openxmlformats.org/officeDocument/2006/relationships/image" Target="../media/image2.png"/><Relationship Id="rId8" Type="http://schemas.openxmlformats.org/officeDocument/2006/relationships/image" Target="../media/image4.png"/><Relationship Id="rId11" Type="http://schemas.openxmlformats.org/officeDocument/2006/relationships/image" Target="../media/image14.png"/><Relationship Id="rId10" Type="http://schemas.openxmlformats.org/officeDocument/2006/relationships/image" Target="../media/image10.png"/><Relationship Id="rId13" Type="http://schemas.openxmlformats.org/officeDocument/2006/relationships/image" Target="../media/image9.png"/><Relationship Id="rId12" Type="http://schemas.openxmlformats.org/officeDocument/2006/relationships/image" Target="../media/image7.png"/><Relationship Id="rId15" Type="http://schemas.openxmlformats.org/officeDocument/2006/relationships/image" Target="../media/image11.jpg"/><Relationship Id="rId14" Type="http://schemas.openxmlformats.org/officeDocument/2006/relationships/image" Target="../media/image13.png"/><Relationship Id="rId17" Type="http://schemas.openxmlformats.org/officeDocument/2006/relationships/image" Target="../media/image6.jpg"/><Relationship Id="rId16" Type="http://schemas.openxmlformats.org/officeDocument/2006/relationships/image" Target="../media/image12.png"/><Relationship Id="rId19" Type="http://schemas.openxmlformats.org/officeDocument/2006/relationships/image" Target="../media/image8.png"/><Relationship Id="rId18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50"/>
            <a:ext cx="15120000" cy="21384000"/>
          </a:xfrm>
          <a:prstGeom prst="rect">
            <a:avLst/>
          </a:prstGeom>
          <a:gradFill>
            <a:gsLst>
              <a:gs pos="0">
                <a:srgbClr val="FF9900"/>
              </a:gs>
              <a:gs pos="100000">
                <a:srgbClr val="D5A6BD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9884733" y="4555566"/>
            <a:ext cx="4152900" cy="4152900"/>
          </a:xfrm>
          <a:prstGeom prst="ellipse">
            <a:avLst/>
          </a:prstGeom>
          <a:gradFill>
            <a:gsLst>
              <a:gs pos="0">
                <a:srgbClr val="FFFF00"/>
              </a:gs>
              <a:gs pos="100000">
                <a:srgbClr val="CC0000"/>
              </a:gs>
            </a:gsLst>
            <a:lin ang="5400012" scaled="0"/>
          </a:gra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 rot="-307114">
            <a:off x="593384" y="4148789"/>
            <a:ext cx="8759531" cy="115811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pc="336" sz="4800">
                <a:solidFill>
                  <a:srgbClr val="221528"/>
                </a:solidFill>
                <a:uFill>
                  <a:noFill/>
                </a:uFill>
                <a:latin typeface="Jost"/>
                <a:ea typeface="Jost"/>
                <a:cs typeface="Jost"/>
                <a:sym typeface="Jos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Y</a:t>
            </a:r>
            <a:r>
              <a:rPr b="1" lang="de" spc="336" sz="4800">
                <a:solidFill>
                  <a:srgbClr val="221528"/>
                </a:solidFill>
                <a:latin typeface="Jost"/>
                <a:ea typeface="Jost"/>
                <a:cs typeface="Jost"/>
                <a:sym typeface="Jost"/>
              </a:rPr>
              <a:t>NOT LIVE · DJ FLUX</a:t>
            </a:r>
            <a:endParaRPr b="1" sz="4800"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7" name="Google Shape;57;p13"/>
          <p:cNvSpPr txBox="1"/>
          <p:nvPr/>
        </p:nvSpPr>
        <p:spPr>
          <a:xfrm rot="-307116">
            <a:off x="652023" y="5353435"/>
            <a:ext cx="8702304" cy="80252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pc="336" sz="2600">
                <a:latin typeface="Jost Medium"/>
                <a:ea typeface="Jost Medium"/>
                <a:cs typeface="Jost Medium"/>
                <a:sym typeface="Jost Medium"/>
              </a:rPr>
              <a:t>JOE’S PIZZA </a:t>
            </a:r>
            <a:r>
              <a:rPr lang="de" spc="336" sz="2600">
                <a:solidFill>
                  <a:srgbClr val="221528"/>
                </a:solidFill>
                <a:latin typeface="Jost Medium"/>
                <a:ea typeface="Jost Medium"/>
                <a:cs typeface="Jost Medium"/>
                <a:sym typeface="Jost Medium"/>
              </a:rPr>
              <a:t>· FREIER EINTRITT</a:t>
            </a:r>
            <a:endParaRPr sz="2200">
              <a:latin typeface="Jost Medium"/>
              <a:ea typeface="Jost Medium"/>
              <a:cs typeface="Jost Medium"/>
              <a:sym typeface="Jost Medium"/>
            </a:endParaRPr>
          </a:p>
        </p:txBody>
      </p:sp>
      <p:pic>
        <p:nvPicPr>
          <p:cNvPr id="58" name="Google Shape;58;p13" title="glass-sticker-r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670649">
            <a:off x="11109646" y="13961879"/>
            <a:ext cx="2319333" cy="2319293"/>
          </a:xfrm>
          <a:prstGeom prst="rect">
            <a:avLst/>
          </a:prstGeom>
          <a:noFill/>
          <a:ln>
            <a:noFill/>
          </a:ln>
          <a:effectLst>
            <a:outerShdw blurRad="152885" rotWithShape="0" algn="bl" dir="2580000" dist="139673">
              <a:srgbClr val="000000">
                <a:alpha val="50000"/>
              </a:srgbClr>
            </a:outerShdw>
          </a:effectLst>
        </p:spPr>
      </p:pic>
      <p:pic>
        <p:nvPicPr>
          <p:cNvPr id="59" name="Google Shape;59;p13" title="guitar-sticker-r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 rot="-1827721">
            <a:off x="1040191" y="13525940"/>
            <a:ext cx="2991218" cy="2991222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/>
        </p:nvSpPr>
        <p:spPr>
          <a:xfrm>
            <a:off x="217800" y="11960500"/>
            <a:ext cx="146844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pc="23" sz="15000">
                <a:solidFill>
                  <a:schemeClr val="dk1"/>
                </a:solidFill>
                <a:latin typeface="Jost SemiBold"/>
                <a:ea typeface="Jost SemiBold"/>
                <a:cs typeface="Jost SemiBold"/>
                <a:sym typeface="Jost SemiBold"/>
              </a:rPr>
              <a:t>Seeblick Sounds</a:t>
            </a:r>
            <a:endParaRPr i="1" spc="23" sz="150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2684400" y="13572950"/>
            <a:ext cx="94335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de" spc="23" sz="13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&amp; </a:t>
            </a:r>
            <a:r>
              <a:rPr i="1" lang="de" spc="23" sz="15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Spritzer</a:t>
            </a:r>
            <a:endParaRPr i="1" spc="23" sz="15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62" name="Google Shape;62;p13" title="reisinger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0700" y="18120988"/>
            <a:ext cx="3421200" cy="1163100"/>
          </a:xfrm>
          <a:prstGeom prst="roundRect">
            <a:avLst>
              <a:gd fmla="val 7478" name="adj"/>
            </a:avLst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56201" y="18130588"/>
            <a:ext cx="1855500" cy="1143900"/>
          </a:xfrm>
          <a:prstGeom prst="roundRect">
            <a:avLst>
              <a:gd fmla="val 7431" name="adj"/>
            </a:avLst>
          </a:prstGeom>
          <a:noFill/>
          <a:ln>
            <a:noFill/>
          </a:ln>
        </p:spPr>
      </p:pic>
      <p:grpSp>
        <p:nvGrpSpPr>
          <p:cNvPr id="64" name="Google Shape;64;p13"/>
          <p:cNvGrpSpPr/>
          <p:nvPr/>
        </p:nvGrpSpPr>
        <p:grpSpPr>
          <a:xfrm>
            <a:off x="5906002" y="18076738"/>
            <a:ext cx="1687017" cy="1251600"/>
            <a:chOff x="7953586" y="16567525"/>
            <a:chExt cx="2259600" cy="1676400"/>
          </a:xfrm>
        </p:grpSpPr>
        <p:sp>
          <p:nvSpPr>
            <p:cNvPr id="65" name="Google Shape;65;p13"/>
            <p:cNvSpPr/>
            <p:nvPr/>
          </p:nvSpPr>
          <p:spPr>
            <a:xfrm>
              <a:off x="7953586" y="16567525"/>
              <a:ext cx="2259600" cy="1676400"/>
            </a:xfrm>
            <a:prstGeom prst="roundRect">
              <a:avLst>
                <a:gd fmla="val 8711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68250" lIns="68250" spcFirstLastPara="1" rIns="68250" wrap="square" tIns="68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45"/>
            </a:p>
          </p:txBody>
        </p:sp>
        <p:sp>
          <p:nvSpPr>
            <p:cNvPr id="66" name="Google Shape;66;p13"/>
            <p:cNvSpPr txBox="1"/>
            <p:nvPr/>
          </p:nvSpPr>
          <p:spPr>
            <a:xfrm>
              <a:off x="8051075" y="17250400"/>
              <a:ext cx="2047800" cy="90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250" lIns="68250" spcFirstLastPara="1" rIns="68250" wrap="square" tIns="68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 sz="1120">
                  <a:solidFill>
                    <a:schemeClr val="dk1"/>
                  </a:solidFill>
                  <a:latin typeface="Asap"/>
                  <a:ea typeface="Asap"/>
                  <a:cs typeface="Asap"/>
                  <a:sym typeface="Asap"/>
                </a:rPr>
                <a:t>Vertrieb Burgenland</a:t>
              </a:r>
              <a:endParaRPr sz="112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 sz="1493">
                  <a:solidFill>
                    <a:schemeClr val="dk1"/>
                  </a:solidFill>
                  <a:latin typeface="Asap"/>
                  <a:ea typeface="Asap"/>
                  <a:cs typeface="Asap"/>
                  <a:sym typeface="Asap"/>
                </a:rPr>
                <a:t>Tamara Schmid</a:t>
              </a:r>
              <a:endParaRPr sz="1493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endParaRPr>
            </a:p>
          </p:txBody>
        </p:sp>
        <p:pic>
          <p:nvPicPr>
            <p:cNvPr id="67" name="Google Shape;67;p13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007475" y="16892250"/>
              <a:ext cx="2082562" cy="2972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8" name="Google Shape;68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787321" y="18076738"/>
            <a:ext cx="1762500" cy="1251600"/>
          </a:xfrm>
          <a:prstGeom prst="roundRect">
            <a:avLst>
              <a:gd fmla="val 8329" name="adj"/>
            </a:avLst>
          </a:prstGeom>
          <a:noFill/>
          <a:ln>
            <a:noFill/>
          </a:ln>
        </p:spPr>
      </p:pic>
      <p:grpSp>
        <p:nvGrpSpPr>
          <p:cNvPr id="69" name="Google Shape;69;p13"/>
          <p:cNvGrpSpPr/>
          <p:nvPr/>
        </p:nvGrpSpPr>
        <p:grpSpPr>
          <a:xfrm>
            <a:off x="9744122" y="18076756"/>
            <a:ext cx="1422875" cy="1251563"/>
            <a:chOff x="11771846" y="16777463"/>
            <a:chExt cx="1741799" cy="1532089"/>
          </a:xfrm>
        </p:grpSpPr>
        <p:pic>
          <p:nvPicPr>
            <p:cNvPr id="70" name="Google Shape;70;p13"/>
            <p:cNvPicPr preferRelativeResize="0"/>
            <p:nvPr/>
          </p:nvPicPr>
          <p:blipFill rotWithShape="1">
            <a:blip r:embed="rId10">
              <a:alphaModFix/>
            </a:blip>
            <a:srcRect b="9548" l="0" r="80484" t="9878"/>
            <a:stretch/>
          </p:blipFill>
          <p:spPr>
            <a:xfrm>
              <a:off x="11771846" y="16777463"/>
              <a:ext cx="1116300" cy="1106400"/>
            </a:xfrm>
            <a:prstGeom prst="roundRect">
              <a:avLst>
                <a:gd fmla="val 8468" name="adj"/>
              </a:avLst>
            </a:prstGeom>
            <a:noFill/>
            <a:ln>
              <a:noFill/>
            </a:ln>
          </p:spPr>
        </p:pic>
        <p:pic>
          <p:nvPicPr>
            <p:cNvPr id="71" name="Google Shape;71;p13"/>
            <p:cNvPicPr preferRelativeResize="0"/>
            <p:nvPr/>
          </p:nvPicPr>
          <p:blipFill rotWithShape="1">
            <a:blip r:embed="rId10">
              <a:alphaModFix/>
            </a:blip>
            <a:srcRect b="0" l="21930" r="0" t="28413"/>
            <a:stretch/>
          </p:blipFill>
          <p:spPr>
            <a:xfrm>
              <a:off x="11771846" y="17926092"/>
              <a:ext cx="1741799" cy="38345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2" name="Google Shape;72;p13" title="octotabor (1)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57450" y="6067388"/>
            <a:ext cx="13024200" cy="5291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111070" y="19896196"/>
            <a:ext cx="1422900" cy="804000"/>
          </a:xfrm>
          <a:prstGeom prst="roundRect">
            <a:avLst>
              <a:gd fmla="val 7496" name="adj"/>
            </a:avLst>
          </a:prstGeom>
          <a:noFill/>
          <a:ln>
            <a:noFill/>
          </a:ln>
        </p:spPr>
      </p:pic>
      <p:grpSp>
        <p:nvGrpSpPr>
          <p:cNvPr id="74" name="Google Shape;74;p13"/>
          <p:cNvGrpSpPr/>
          <p:nvPr/>
        </p:nvGrpSpPr>
        <p:grpSpPr>
          <a:xfrm>
            <a:off x="11361299" y="18077522"/>
            <a:ext cx="2117867" cy="1249379"/>
            <a:chOff x="11376360" y="17848922"/>
            <a:chExt cx="2117867" cy="1249379"/>
          </a:xfrm>
        </p:grpSpPr>
        <p:grpSp>
          <p:nvGrpSpPr>
            <p:cNvPr id="75" name="Google Shape;75;p13"/>
            <p:cNvGrpSpPr/>
            <p:nvPr/>
          </p:nvGrpSpPr>
          <p:grpSpPr>
            <a:xfrm>
              <a:off x="11376360" y="18489562"/>
              <a:ext cx="2116656" cy="608738"/>
              <a:chOff x="5265925" y="19511138"/>
              <a:chExt cx="2461800" cy="708000"/>
            </a:xfrm>
          </p:grpSpPr>
          <p:sp>
            <p:nvSpPr>
              <p:cNvPr id="76" name="Google Shape;76;p13"/>
              <p:cNvSpPr/>
              <p:nvPr/>
            </p:nvSpPr>
            <p:spPr>
              <a:xfrm>
                <a:off x="5265925" y="19511138"/>
                <a:ext cx="2461800" cy="708000"/>
              </a:xfrm>
              <a:prstGeom prst="roundRect">
                <a:avLst>
                  <a:gd fmla="val 7073" name="adj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78625" lIns="78625" spcFirstLastPara="1" rIns="78625" wrap="square" tIns="786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4"/>
              </a:p>
            </p:txBody>
          </p:sp>
          <p:pic>
            <p:nvPicPr>
              <p:cNvPr id="77" name="Google Shape;77;p13" title="zinniel-versicherung.png"/>
              <p:cNvPicPr preferRelativeResize="0"/>
              <p:nvPr/>
            </p:nvPicPr>
            <p:blipFill>
              <a:blip r:embed="rId13">
                <a:alphaModFix/>
              </a:blip>
              <a:stretch>
                <a:fillRect/>
              </a:stretch>
            </p:blipFill>
            <p:spPr>
              <a:xfrm>
                <a:off x="5337700" y="19563025"/>
                <a:ext cx="2318250" cy="6042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8" name="Google Shape;78;p13"/>
            <p:cNvGrpSpPr/>
            <p:nvPr/>
          </p:nvGrpSpPr>
          <p:grpSpPr>
            <a:xfrm>
              <a:off x="11377335" y="17848922"/>
              <a:ext cx="2116891" cy="608745"/>
              <a:chOff x="11686675" y="17353350"/>
              <a:chExt cx="2292000" cy="659100"/>
            </a:xfrm>
          </p:grpSpPr>
          <p:sp>
            <p:nvSpPr>
              <p:cNvPr id="79" name="Google Shape;79;p13"/>
              <p:cNvSpPr/>
              <p:nvPr/>
            </p:nvSpPr>
            <p:spPr>
              <a:xfrm>
                <a:off x="11686675" y="17353350"/>
                <a:ext cx="2292000" cy="659100"/>
              </a:xfrm>
              <a:prstGeom prst="roundRect">
                <a:avLst>
                  <a:gd fmla="val 7073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84450" lIns="84450" spcFirstLastPara="1" rIns="84450" wrap="square" tIns="844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93"/>
              </a:p>
            </p:txBody>
          </p:sp>
          <p:pic>
            <p:nvPicPr>
              <p:cNvPr id="80" name="Google Shape;80;p13" title="finaplus2.png"/>
              <p:cNvPicPr preferRelativeResize="0"/>
              <p:nvPr/>
            </p:nvPicPr>
            <p:blipFill>
              <a:blip r:embed="rId14">
                <a:alphaModFix/>
              </a:blip>
              <a:stretch>
                <a:fillRect/>
              </a:stretch>
            </p:blipFill>
            <p:spPr>
              <a:xfrm>
                <a:off x="11686675" y="17410661"/>
                <a:ext cx="2292000" cy="544500"/>
              </a:xfrm>
              <a:prstGeom prst="roundRect">
                <a:avLst>
                  <a:gd fmla="val 10843" name="adj"/>
                </a:avLst>
              </a:prstGeom>
              <a:gradFill>
                <a:gsLst>
                  <a:gs pos="0">
                    <a:srgbClr val="FF9900"/>
                  </a:gs>
                  <a:gs pos="100000">
                    <a:srgbClr val="D5A6BD"/>
                  </a:gs>
                </a:gsLst>
                <a:lin ang="5400012" scaled="0"/>
              </a:gradFill>
              <a:ln>
                <a:noFill/>
              </a:ln>
            </p:spPr>
          </p:pic>
        </p:grpSp>
      </p:grpSp>
      <p:pic>
        <p:nvPicPr>
          <p:cNvPr id="81" name="Google Shape;81;p13" title="alexgartenhelp.jp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3673467" y="18076738"/>
            <a:ext cx="1251600" cy="1251600"/>
          </a:xfrm>
          <a:prstGeom prst="roundRect">
            <a:avLst>
              <a:gd fmla="val 5617" name="adj"/>
            </a:avLst>
          </a:prstGeom>
          <a:noFill/>
          <a:ln>
            <a:noFill/>
          </a:ln>
        </p:spPr>
      </p:pic>
      <p:sp>
        <p:nvSpPr>
          <p:cNvPr id="82" name="Google Shape;82;p13"/>
          <p:cNvSpPr txBox="1"/>
          <p:nvPr/>
        </p:nvSpPr>
        <p:spPr>
          <a:xfrm rot="20446">
            <a:off x="240677" y="17400425"/>
            <a:ext cx="2572545" cy="389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pc="336" sz="2000">
                <a:latin typeface="Jost"/>
                <a:ea typeface="Jost"/>
                <a:cs typeface="Jost"/>
                <a:sym typeface="Jost"/>
              </a:rPr>
              <a:t>Unterstützt von:</a:t>
            </a:r>
            <a:endParaRPr sz="1600"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id="83" name="Google Shape;83;p13" title="pizza-sticker-rm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 rot="-899985">
            <a:off x="611823" y="5457817"/>
            <a:ext cx="1277428" cy="1277410"/>
          </a:xfrm>
          <a:prstGeom prst="rect">
            <a:avLst/>
          </a:prstGeom>
          <a:noFill/>
          <a:ln>
            <a:noFill/>
          </a:ln>
          <a:effectLst>
            <a:outerShdw blurRad="152885" rotWithShape="0" algn="bl" dir="2580000" dist="139673">
              <a:srgbClr val="000000">
                <a:alpha val="50000"/>
              </a:srgbClr>
            </a:outerShdw>
          </a:effectLst>
        </p:spPr>
      </p:pic>
      <p:pic>
        <p:nvPicPr>
          <p:cNvPr id="84" name="Google Shape;84;p13" title="reisinger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0425" y="1506846"/>
            <a:ext cx="2908800" cy="988800"/>
          </a:xfrm>
          <a:prstGeom prst="roundRect">
            <a:avLst>
              <a:gd fmla="val 7478" name="adj"/>
            </a:avLst>
          </a:prstGeom>
          <a:noFill/>
          <a:ln>
            <a:noFill/>
          </a:ln>
        </p:spPr>
      </p:pic>
      <p:pic>
        <p:nvPicPr>
          <p:cNvPr id="85" name="Google Shape;85;p13" title="hak.jp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813772" y="245191"/>
            <a:ext cx="1191900" cy="1191900"/>
          </a:xfrm>
          <a:prstGeom prst="roundRect">
            <a:avLst>
              <a:gd fmla="val 12728" name="adj"/>
            </a:avLst>
          </a:prstGeom>
          <a:noFill/>
          <a:ln>
            <a:noFill/>
          </a:ln>
        </p:spPr>
      </p:pic>
      <p:pic>
        <p:nvPicPr>
          <p:cNvPr id="86" name="Google Shape;86;p13" title="joes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 rot="-8">
            <a:off x="-60353" y="136013"/>
            <a:ext cx="1740879" cy="1410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240700" y="19858996"/>
            <a:ext cx="1374600" cy="878400"/>
          </a:xfrm>
          <a:prstGeom prst="roundRect">
            <a:avLst>
              <a:gd fmla="val 9395" name="adj"/>
            </a:avLst>
          </a:prstGeom>
          <a:noFill/>
          <a:ln>
            <a:noFill/>
          </a:ln>
        </p:spPr>
      </p:pic>
      <p:pic>
        <p:nvPicPr>
          <p:cNvPr id="88" name="Google Shape;88;p13" title="dominik-weber.png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951390" y="19993846"/>
            <a:ext cx="1995900" cy="608700"/>
          </a:xfrm>
          <a:prstGeom prst="roundRect">
            <a:avLst>
              <a:gd fmla="val 8020" name="adj"/>
            </a:avLst>
          </a:prstGeom>
          <a:noFill/>
          <a:ln>
            <a:noFill/>
          </a:ln>
        </p:spPr>
      </p:pic>
      <p:grpSp>
        <p:nvGrpSpPr>
          <p:cNvPr id="89" name="Google Shape;89;p13"/>
          <p:cNvGrpSpPr/>
          <p:nvPr/>
        </p:nvGrpSpPr>
        <p:grpSpPr>
          <a:xfrm>
            <a:off x="4283380" y="19952409"/>
            <a:ext cx="1491600" cy="691575"/>
            <a:chOff x="3731100" y="18901988"/>
            <a:chExt cx="1491600" cy="691575"/>
          </a:xfrm>
        </p:grpSpPr>
        <p:sp>
          <p:nvSpPr>
            <p:cNvPr id="90" name="Google Shape;90;p13"/>
            <p:cNvSpPr/>
            <p:nvPr/>
          </p:nvSpPr>
          <p:spPr>
            <a:xfrm>
              <a:off x="3731100" y="18901988"/>
              <a:ext cx="1491600" cy="691500"/>
            </a:xfrm>
            <a:prstGeom prst="roundRect">
              <a:avLst>
                <a:gd fmla="val 8651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4950" lIns="64950" spcFirstLastPara="1" rIns="64950" wrap="square" tIns="649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94"/>
            </a:p>
          </p:txBody>
        </p:sp>
        <p:pic>
          <p:nvPicPr>
            <p:cNvPr id="91" name="Google Shape;91;p13"/>
            <p:cNvPicPr preferRelativeResize="0"/>
            <p:nvPr/>
          </p:nvPicPr>
          <p:blipFill rotWithShape="1">
            <a:blip r:embed="rId21">
              <a:alphaModFix/>
            </a:blip>
            <a:srcRect b="9584" l="0" r="44274" t="0"/>
            <a:stretch/>
          </p:blipFill>
          <p:spPr>
            <a:xfrm>
              <a:off x="3798219" y="18929639"/>
              <a:ext cx="1366111" cy="66392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2" name="Google Shape;92;p13" title="lautner-heizung.png"/>
          <p:cNvPicPr preferRelativeResize="0"/>
          <p:nvPr/>
        </p:nvPicPr>
        <p:blipFill rotWithShape="1">
          <a:blip r:embed="rId22">
            <a:alphaModFix/>
          </a:blip>
          <a:srcRect b="0" l="14410" r="13647" t="0"/>
          <a:stretch/>
        </p:blipFill>
        <p:spPr>
          <a:xfrm>
            <a:off x="7870060" y="19688747"/>
            <a:ext cx="876925" cy="12188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p13"/>
          <p:cNvGrpSpPr/>
          <p:nvPr/>
        </p:nvGrpSpPr>
        <p:grpSpPr>
          <a:xfrm>
            <a:off x="9083075" y="20049477"/>
            <a:ext cx="1813491" cy="497438"/>
            <a:chOff x="7318825" y="22216900"/>
            <a:chExt cx="3202350" cy="878400"/>
          </a:xfrm>
        </p:grpSpPr>
        <p:sp>
          <p:nvSpPr>
            <p:cNvPr id="94" name="Google Shape;94;p13"/>
            <p:cNvSpPr/>
            <p:nvPr/>
          </p:nvSpPr>
          <p:spPr>
            <a:xfrm>
              <a:off x="7357975" y="22216900"/>
              <a:ext cx="3163200" cy="878400"/>
            </a:xfrm>
            <a:prstGeom prst="roundRect">
              <a:avLst>
                <a:gd fmla="val 1391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51775" lIns="51775" spcFirstLastPara="1" rIns="51775" wrap="square" tIns="517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93"/>
            </a:p>
          </p:txBody>
        </p:sp>
        <p:pic>
          <p:nvPicPr>
            <p:cNvPr id="95" name="Google Shape;95;p13" title="malerei-hr.png"/>
            <p:cNvPicPr preferRelativeResize="0"/>
            <p:nvPr/>
          </p:nvPicPr>
          <p:blipFill>
            <a:blip r:embed="rId23">
              <a:alphaModFix/>
            </a:blip>
            <a:stretch>
              <a:fillRect/>
            </a:stretch>
          </p:blipFill>
          <p:spPr>
            <a:xfrm>
              <a:off x="7318825" y="22295262"/>
              <a:ext cx="937100" cy="707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" name="Google Shape;96;p13"/>
            <p:cNvSpPr txBox="1"/>
            <p:nvPr/>
          </p:nvSpPr>
          <p:spPr>
            <a:xfrm>
              <a:off x="8149425" y="22252150"/>
              <a:ext cx="2179500" cy="79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775" lIns="51775" spcFirstLastPara="1" rIns="51775" wrap="square" tIns="517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 sz="112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MALERMEISTER</a:t>
              </a:r>
              <a:br>
                <a:rPr lang="de" sz="112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</a:br>
              <a:r>
                <a:rPr lang="de" sz="112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HAKAN &amp; RAMA</a:t>
              </a:r>
              <a:endParaRPr sz="112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97" name="Google Shape;97;p13" title="sentinel-group (1).png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11232656" y="20041546"/>
            <a:ext cx="1273500" cy="513300"/>
          </a:xfrm>
          <a:prstGeom prst="roundRect">
            <a:avLst>
              <a:gd fmla="val 8896" name="adj"/>
            </a:avLst>
          </a:prstGeom>
          <a:noFill/>
          <a:ln>
            <a:noFill/>
          </a:ln>
        </p:spPr>
      </p:pic>
      <p:pic>
        <p:nvPicPr>
          <p:cNvPr id="98" name="Google Shape;98;p13"/>
          <p:cNvPicPr preferRelativeResize="0"/>
          <p:nvPr/>
        </p:nvPicPr>
        <p:blipFill rotWithShape="1">
          <a:blip r:embed="rId25">
            <a:alphaModFix/>
          </a:blip>
          <a:srcRect b="0" l="18006" r="16800" t="0"/>
          <a:stretch/>
        </p:blipFill>
        <p:spPr>
          <a:xfrm>
            <a:off x="12842247" y="19896196"/>
            <a:ext cx="697251" cy="804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3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13875588" y="20033621"/>
            <a:ext cx="1026600" cy="51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3"/>
          <p:cNvSpPr txBox="1"/>
          <p:nvPr/>
        </p:nvSpPr>
        <p:spPr>
          <a:xfrm rot="-173">
            <a:off x="3210350" y="283679"/>
            <a:ext cx="11909700" cy="22125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pc="336" sz="5100"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9015975" y="335725"/>
            <a:ext cx="6104100" cy="21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pc="336" sz="5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AM</a:t>
            </a:r>
            <a:r>
              <a:rPr lang="de" spc="336" sz="7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b="1" lang="de" spc="336" sz="7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TABOR</a:t>
            </a:r>
            <a:endParaRPr b="1" spc="336" sz="7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pc="336" sz="49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Neusiedl </a:t>
            </a:r>
            <a:r>
              <a:rPr lang="de" spc="336" sz="49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am See</a:t>
            </a:r>
            <a:endParaRPr spc="336" sz="49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3210350" y="335575"/>
            <a:ext cx="58056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pc="336" sz="7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Fr 25. Sep </a:t>
            </a:r>
            <a:endParaRPr b="1" spc="336" sz="72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pc="336" sz="49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ab </a:t>
            </a:r>
            <a:r>
              <a:rPr b="1" lang="de" spc="336" sz="49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17</a:t>
            </a:r>
            <a:r>
              <a:rPr b="1" baseline="30000" lang="de" spc="336" sz="49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00</a:t>
            </a:r>
            <a:endParaRPr spc="336" sz="49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cxnSp>
        <p:nvCxnSpPr>
          <p:cNvPr id="103" name="Google Shape;103;p13"/>
          <p:cNvCxnSpPr/>
          <p:nvPr/>
        </p:nvCxnSpPr>
        <p:spPr>
          <a:xfrm>
            <a:off x="9015975" y="825500"/>
            <a:ext cx="0" cy="99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" name="Google Shape;104;p13"/>
          <p:cNvSpPr/>
          <p:nvPr/>
        </p:nvSpPr>
        <p:spPr>
          <a:xfrm>
            <a:off x="4807850" y="6463650"/>
            <a:ext cx="336300" cy="362700"/>
          </a:xfrm>
          <a:prstGeom prst="ellipse">
            <a:avLst/>
          </a:prstGeom>
          <a:solidFill>
            <a:srgbClr val="40FFE9">
              <a:alpha val="651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18376275" y="13810900"/>
            <a:ext cx="42510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2979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hi@soundspritzer.at</a:t>
            </a:r>
            <a:endParaRPr sz="2979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 rot="20381">
            <a:off x="10387310" y="17404925"/>
            <a:ext cx="4503679" cy="389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de" spc="336" sz="2000">
                <a:latin typeface="Jost"/>
                <a:ea typeface="Jost"/>
                <a:cs typeface="Jost"/>
                <a:sym typeface="Jost"/>
              </a:rPr>
              <a:t>Kontakt: hi@soundspritzer.at</a:t>
            </a:r>
            <a:endParaRPr sz="2000"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